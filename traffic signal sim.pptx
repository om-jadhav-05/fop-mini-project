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60" r:id="rId4"/>
    <p:sldId id="268" r:id="rId5"/>
    <p:sldId id="262" r:id="rId6"/>
    <p:sldId id="263" r:id="rId7"/>
    <p:sldId id="264" r:id="rId8"/>
    <p:sldId id="265" r:id="rId9"/>
    <p:sldId id="266" r:id="rId10"/>
    <p:sldId id="267" r:id="rId11"/>
    <p:sldId id="270" r:id="rId12"/>
    <p:sldId id="27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2B83DC-4A79-4EAB-954E-CAA63F566D7B}" v="87" dt="2026-02-18T18:14:59.8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harika Singh" userId="cfa168dae0a175db" providerId="LiveId" clId="{4ED36E86-4903-4530-B5A6-B0C14CAA04F4}"/>
    <pc:docChg chg="undo custSel addSld delSld modSld">
      <pc:chgData name="Niharika Singh" userId="cfa168dae0a175db" providerId="LiveId" clId="{4ED36E86-4903-4530-B5A6-B0C14CAA04F4}" dt="2026-02-18T18:16:17.372" v="2535" actId="931"/>
      <pc:docMkLst>
        <pc:docMk/>
      </pc:docMkLst>
      <pc:sldChg chg="addSp delSp modSp new mod">
        <pc:chgData name="Niharika Singh" userId="cfa168dae0a175db" providerId="LiveId" clId="{4ED36E86-4903-4530-B5A6-B0C14CAA04F4}" dt="2026-02-18T18:16:17.372" v="2535" actId="931"/>
        <pc:sldMkLst>
          <pc:docMk/>
          <pc:sldMk cId="1938345141" sldId="256"/>
        </pc:sldMkLst>
        <pc:spChg chg="mod">
          <ac:chgData name="Niharika Singh" userId="cfa168dae0a175db" providerId="LiveId" clId="{4ED36E86-4903-4530-B5A6-B0C14CAA04F4}" dt="2026-02-18T13:47:54.947" v="194" actId="14100"/>
          <ac:spMkLst>
            <pc:docMk/>
            <pc:sldMk cId="1938345141" sldId="256"/>
            <ac:spMk id="2" creationId="{8E3003BA-E137-C6A4-9815-FA911B076164}"/>
          </ac:spMkLst>
        </pc:spChg>
        <pc:spChg chg="mod">
          <ac:chgData name="Niharika Singh" userId="cfa168dae0a175db" providerId="LiveId" clId="{4ED36E86-4903-4530-B5A6-B0C14CAA04F4}" dt="2026-02-18T14:53:45.173" v="1642" actId="20577"/>
          <ac:spMkLst>
            <pc:docMk/>
            <pc:sldMk cId="1938345141" sldId="256"/>
            <ac:spMk id="3" creationId="{A0EBD308-C9BE-DAC1-49FA-B61475F5547A}"/>
          </ac:spMkLst>
        </pc:spChg>
        <pc:spChg chg="add">
          <ac:chgData name="Niharika Singh" userId="cfa168dae0a175db" providerId="LiveId" clId="{4ED36E86-4903-4530-B5A6-B0C14CAA04F4}" dt="2026-02-18T18:14:58.229" v="2509"/>
          <ac:spMkLst>
            <pc:docMk/>
            <pc:sldMk cId="1938345141" sldId="256"/>
            <ac:spMk id="4" creationId="{8DB4742E-BF41-2412-3B35-B0BC13373DDD}"/>
          </ac:spMkLst>
        </pc:spChg>
        <pc:picChg chg="add del mod">
          <ac:chgData name="Niharika Singh" userId="cfa168dae0a175db" providerId="LiveId" clId="{4ED36E86-4903-4530-B5A6-B0C14CAA04F4}" dt="2026-02-18T18:16:17.372" v="2535" actId="931"/>
          <ac:picMkLst>
            <pc:docMk/>
            <pc:sldMk cId="1938345141" sldId="256"/>
            <ac:picMk id="6" creationId="{2B8B92A0-8E1C-E447-8DA4-F65C0456E25A}"/>
          </ac:picMkLst>
        </pc:picChg>
      </pc:sldChg>
      <pc:sldChg chg="new del">
        <pc:chgData name="Niharika Singh" userId="cfa168dae0a175db" providerId="LiveId" clId="{4ED36E86-4903-4530-B5A6-B0C14CAA04F4}" dt="2026-02-18T13:49:22.250" v="391" actId="2696"/>
        <pc:sldMkLst>
          <pc:docMk/>
          <pc:sldMk cId="2108638342" sldId="257"/>
        </pc:sldMkLst>
      </pc:sldChg>
      <pc:sldChg chg="new del">
        <pc:chgData name="Niharika Singh" userId="cfa168dae0a175db" providerId="LiveId" clId="{4ED36E86-4903-4530-B5A6-B0C14CAA04F4}" dt="2026-02-18T13:49:58.260" v="406" actId="2696"/>
        <pc:sldMkLst>
          <pc:docMk/>
          <pc:sldMk cId="2837059993" sldId="258"/>
        </pc:sldMkLst>
      </pc:sldChg>
      <pc:sldChg chg="addSp delSp modSp new del mod">
        <pc:chgData name="Niharika Singh" userId="cfa168dae0a175db" providerId="LiveId" clId="{4ED36E86-4903-4530-B5A6-B0C14CAA04F4}" dt="2026-02-18T14:59:57.056" v="1808" actId="2696"/>
        <pc:sldMkLst>
          <pc:docMk/>
          <pc:sldMk cId="1902773508" sldId="259"/>
        </pc:sldMkLst>
        <pc:spChg chg="mod">
          <ac:chgData name="Niharika Singh" userId="cfa168dae0a175db" providerId="LiveId" clId="{4ED36E86-4903-4530-B5A6-B0C14CAA04F4}" dt="2026-02-18T13:49:30.678" v="404" actId="20577"/>
          <ac:spMkLst>
            <pc:docMk/>
            <pc:sldMk cId="1902773508" sldId="259"/>
            <ac:spMk id="2" creationId="{6C442FB0-D3C2-4939-1B06-A9C783FA45B6}"/>
          </ac:spMkLst>
        </pc:spChg>
        <pc:spChg chg="del">
          <ac:chgData name="Niharika Singh" userId="cfa168dae0a175db" providerId="LiveId" clId="{4ED36E86-4903-4530-B5A6-B0C14CAA04F4}" dt="2026-02-18T13:49:52.247" v="405"/>
          <ac:spMkLst>
            <pc:docMk/>
            <pc:sldMk cId="1902773508" sldId="259"/>
            <ac:spMk id="3" creationId="{8821F8FC-DBF4-B00A-9D93-706394FD3444}"/>
          </ac:spMkLst>
        </pc:spChg>
        <pc:spChg chg="add mod">
          <ac:chgData name="Niharika Singh" userId="cfa168dae0a175db" providerId="LiveId" clId="{4ED36E86-4903-4530-B5A6-B0C14CAA04F4}" dt="2026-02-18T13:55:07.999" v="545" actId="2711"/>
          <ac:spMkLst>
            <pc:docMk/>
            <pc:sldMk cId="1902773508" sldId="259"/>
            <ac:spMk id="4" creationId="{158A43F0-C5B3-D67B-8F6C-A18692878458}"/>
          </ac:spMkLst>
        </pc:spChg>
      </pc:sldChg>
      <pc:sldChg chg="addSp modSp new mod">
        <pc:chgData name="Niharika Singh" userId="cfa168dae0a175db" providerId="LiveId" clId="{4ED36E86-4903-4530-B5A6-B0C14CAA04F4}" dt="2026-02-18T18:06:29.445" v="2456" actId="20577"/>
        <pc:sldMkLst>
          <pc:docMk/>
          <pc:sldMk cId="1049477654" sldId="260"/>
        </pc:sldMkLst>
        <pc:spChg chg="mod">
          <ac:chgData name="Niharika Singh" userId="cfa168dae0a175db" providerId="LiveId" clId="{4ED36E86-4903-4530-B5A6-B0C14CAA04F4}" dt="2026-02-18T13:52:14.143" v="478" actId="20577"/>
          <ac:spMkLst>
            <pc:docMk/>
            <pc:sldMk cId="1049477654" sldId="260"/>
            <ac:spMk id="2" creationId="{5C215633-C4D6-DDE8-BAD2-B2030E2AB3BB}"/>
          </ac:spMkLst>
        </pc:spChg>
        <pc:spChg chg="mod">
          <ac:chgData name="Niharika Singh" userId="cfa168dae0a175db" providerId="LiveId" clId="{4ED36E86-4903-4530-B5A6-B0C14CAA04F4}" dt="2026-02-18T15:56:31.363" v="2060" actId="1076"/>
          <ac:spMkLst>
            <pc:docMk/>
            <pc:sldMk cId="1049477654" sldId="260"/>
            <ac:spMk id="3" creationId="{88C1B646-268B-2577-E1D6-43113935BD39}"/>
          </ac:spMkLst>
        </pc:spChg>
        <pc:spChg chg="mod">
          <ac:chgData name="Niharika Singh" userId="cfa168dae0a175db" providerId="LiveId" clId="{4ED36E86-4903-4530-B5A6-B0C14CAA04F4}" dt="2026-02-18T15:56:36.947" v="2062" actId="1076"/>
          <ac:spMkLst>
            <pc:docMk/>
            <pc:sldMk cId="1049477654" sldId="260"/>
            <ac:spMk id="4" creationId="{C865CBFF-A0D4-7F2F-1032-E9579A4DD403}"/>
          </ac:spMkLst>
        </pc:spChg>
        <pc:graphicFrameChg chg="add mod modGraphic">
          <ac:chgData name="Niharika Singh" userId="cfa168dae0a175db" providerId="LiveId" clId="{4ED36E86-4903-4530-B5A6-B0C14CAA04F4}" dt="2026-02-18T18:06:29.445" v="2456" actId="20577"/>
          <ac:graphicFrameMkLst>
            <pc:docMk/>
            <pc:sldMk cId="1049477654" sldId="260"/>
            <ac:graphicFrameMk id="5" creationId="{CD84EBF3-E16A-EE3D-3FB5-146DB1CF41FC}"/>
          </ac:graphicFrameMkLst>
        </pc:graphicFrameChg>
      </pc:sldChg>
      <pc:sldChg chg="addSp delSp modSp new del mod">
        <pc:chgData name="Niharika Singh" userId="cfa168dae0a175db" providerId="LiveId" clId="{4ED36E86-4903-4530-B5A6-B0C14CAA04F4}" dt="2026-02-18T15:00:20.317" v="1812" actId="2696"/>
        <pc:sldMkLst>
          <pc:docMk/>
          <pc:sldMk cId="2000898475" sldId="261"/>
        </pc:sldMkLst>
        <pc:spChg chg="mod">
          <ac:chgData name="Niharika Singh" userId="cfa168dae0a175db" providerId="LiveId" clId="{4ED36E86-4903-4530-B5A6-B0C14CAA04F4}" dt="2026-02-18T13:56:55.023" v="599" actId="20577"/>
          <ac:spMkLst>
            <pc:docMk/>
            <pc:sldMk cId="2000898475" sldId="261"/>
            <ac:spMk id="2" creationId="{E7898645-AA6E-763D-8A35-6A4E3E115815}"/>
          </ac:spMkLst>
        </pc:spChg>
        <pc:spChg chg="del">
          <ac:chgData name="Niharika Singh" userId="cfa168dae0a175db" providerId="LiveId" clId="{4ED36E86-4903-4530-B5A6-B0C14CAA04F4}" dt="2026-02-18T13:57:02.883" v="600"/>
          <ac:spMkLst>
            <pc:docMk/>
            <pc:sldMk cId="2000898475" sldId="261"/>
            <ac:spMk id="3" creationId="{EB47EFE9-0BDE-2EA0-E283-601715B04E30}"/>
          </ac:spMkLst>
        </pc:spChg>
        <pc:spChg chg="add mod">
          <ac:chgData name="Niharika Singh" userId="cfa168dae0a175db" providerId="LiveId" clId="{4ED36E86-4903-4530-B5A6-B0C14CAA04F4}" dt="2026-02-18T13:58:15.149" v="676" actId="1076"/>
          <ac:spMkLst>
            <pc:docMk/>
            <pc:sldMk cId="2000898475" sldId="261"/>
            <ac:spMk id="4" creationId="{BF8599F2-2D26-E8F0-FEFE-FC5D789FF0A3}"/>
          </ac:spMkLst>
        </pc:spChg>
      </pc:sldChg>
      <pc:sldChg chg="addSp modSp new mod">
        <pc:chgData name="Niharika Singh" userId="cfa168dae0a175db" providerId="LiveId" clId="{4ED36E86-4903-4530-B5A6-B0C14CAA04F4}" dt="2026-02-18T17:58:49.168" v="2253" actId="20577"/>
        <pc:sldMkLst>
          <pc:docMk/>
          <pc:sldMk cId="2483659813" sldId="262"/>
        </pc:sldMkLst>
        <pc:spChg chg="mod">
          <ac:chgData name="Niharika Singh" userId="cfa168dae0a175db" providerId="LiveId" clId="{4ED36E86-4903-4530-B5A6-B0C14CAA04F4}" dt="2026-02-18T14:00:56.044" v="694" actId="1076"/>
          <ac:spMkLst>
            <pc:docMk/>
            <pc:sldMk cId="2483659813" sldId="262"/>
            <ac:spMk id="2" creationId="{25D94AB0-BBE6-C5DD-D31B-D9033D432D25}"/>
          </ac:spMkLst>
        </pc:spChg>
        <pc:spChg chg="add mod">
          <ac:chgData name="Niharika Singh" userId="cfa168dae0a175db" providerId="LiveId" clId="{4ED36E86-4903-4530-B5A6-B0C14CAA04F4}" dt="2026-02-18T17:58:49.168" v="2253" actId="20577"/>
          <ac:spMkLst>
            <pc:docMk/>
            <pc:sldMk cId="2483659813" sldId="262"/>
            <ac:spMk id="5" creationId="{444C09F5-A066-5075-658C-009BE9F3D300}"/>
          </ac:spMkLst>
        </pc:spChg>
        <pc:picChg chg="add mod">
          <ac:chgData name="Niharika Singh" userId="cfa168dae0a175db" providerId="LiveId" clId="{4ED36E86-4903-4530-B5A6-B0C14CAA04F4}" dt="2026-02-18T14:02:05.893" v="703" actId="1076"/>
          <ac:picMkLst>
            <pc:docMk/>
            <pc:sldMk cId="2483659813" sldId="262"/>
            <ac:picMk id="4" creationId="{8CF6BA06-4117-DDE0-0B5C-4B1F9839F582}"/>
          </ac:picMkLst>
        </pc:picChg>
      </pc:sldChg>
      <pc:sldChg chg="addSp modSp new mod">
        <pc:chgData name="Niharika Singh" userId="cfa168dae0a175db" providerId="LiveId" clId="{4ED36E86-4903-4530-B5A6-B0C14CAA04F4}" dt="2026-02-18T14:17:17.986" v="906" actId="20577"/>
        <pc:sldMkLst>
          <pc:docMk/>
          <pc:sldMk cId="3228929029" sldId="263"/>
        </pc:sldMkLst>
        <pc:spChg chg="mod">
          <ac:chgData name="Niharika Singh" userId="cfa168dae0a175db" providerId="LiveId" clId="{4ED36E86-4903-4530-B5A6-B0C14CAA04F4}" dt="2026-02-18T14:12:53.269" v="817" actId="1076"/>
          <ac:spMkLst>
            <pc:docMk/>
            <pc:sldMk cId="3228929029" sldId="263"/>
            <ac:spMk id="2" creationId="{59A8FD66-EC33-9D1C-CEE8-0F87028A42E0}"/>
          </ac:spMkLst>
        </pc:spChg>
        <pc:spChg chg="add mod">
          <ac:chgData name="Niharika Singh" userId="cfa168dae0a175db" providerId="LiveId" clId="{4ED36E86-4903-4530-B5A6-B0C14CAA04F4}" dt="2026-02-18T14:17:17.986" v="906" actId="20577"/>
          <ac:spMkLst>
            <pc:docMk/>
            <pc:sldMk cId="3228929029" sldId="263"/>
            <ac:spMk id="7" creationId="{953462AD-6266-4947-7AF8-A4C68466B81F}"/>
          </ac:spMkLst>
        </pc:spChg>
        <pc:picChg chg="add mod">
          <ac:chgData name="Niharika Singh" userId="cfa168dae0a175db" providerId="LiveId" clId="{4ED36E86-4903-4530-B5A6-B0C14CAA04F4}" dt="2026-02-18T14:08:41.844" v="768" actId="1076"/>
          <ac:picMkLst>
            <pc:docMk/>
            <pc:sldMk cId="3228929029" sldId="263"/>
            <ac:picMk id="4" creationId="{49096BD2-441A-7612-3F2C-A1DFE7CAC3AC}"/>
          </ac:picMkLst>
        </pc:picChg>
        <pc:picChg chg="add mod">
          <ac:chgData name="Niharika Singh" userId="cfa168dae0a175db" providerId="LiveId" clId="{4ED36E86-4903-4530-B5A6-B0C14CAA04F4}" dt="2026-02-18T14:09:33.292" v="772" actId="1076"/>
          <ac:picMkLst>
            <pc:docMk/>
            <pc:sldMk cId="3228929029" sldId="263"/>
            <ac:picMk id="6" creationId="{2AE438A9-22CA-D28F-C4E0-E6AC24E6F501}"/>
          </ac:picMkLst>
        </pc:picChg>
      </pc:sldChg>
      <pc:sldChg chg="addSp modSp new mod">
        <pc:chgData name="Niharika Singh" userId="cfa168dae0a175db" providerId="LiveId" clId="{4ED36E86-4903-4530-B5A6-B0C14CAA04F4}" dt="2026-02-18T18:11:07.420" v="2486" actId="20577"/>
        <pc:sldMkLst>
          <pc:docMk/>
          <pc:sldMk cId="4115035361" sldId="264"/>
        </pc:sldMkLst>
        <pc:spChg chg="mod">
          <ac:chgData name="Niharika Singh" userId="cfa168dae0a175db" providerId="LiveId" clId="{4ED36E86-4903-4530-B5A6-B0C14CAA04F4}" dt="2026-02-18T17:58:15.273" v="2251" actId="20577"/>
          <ac:spMkLst>
            <pc:docMk/>
            <pc:sldMk cId="4115035361" sldId="264"/>
            <ac:spMk id="2" creationId="{6B0AFCB5-FDF6-D3D1-B2D2-44A8627D0DD0}"/>
          </ac:spMkLst>
        </pc:spChg>
        <pc:spChg chg="add mod">
          <ac:chgData name="Niharika Singh" userId="cfa168dae0a175db" providerId="LiveId" clId="{4ED36E86-4903-4530-B5A6-B0C14CAA04F4}" dt="2026-02-18T18:11:07.420" v="2486" actId="20577"/>
          <ac:spMkLst>
            <pc:docMk/>
            <pc:sldMk cId="4115035361" sldId="264"/>
            <ac:spMk id="5" creationId="{5BB06035-A203-DE5B-5E45-92D4A4866592}"/>
          </ac:spMkLst>
        </pc:spChg>
        <pc:picChg chg="add mod">
          <ac:chgData name="Niharika Singh" userId="cfa168dae0a175db" providerId="LiveId" clId="{4ED36E86-4903-4530-B5A6-B0C14CAA04F4}" dt="2026-02-18T14:24:43.420" v="1112" actId="1076"/>
          <ac:picMkLst>
            <pc:docMk/>
            <pc:sldMk cId="4115035361" sldId="264"/>
            <ac:picMk id="4" creationId="{C13F27BA-4961-F8E0-C1C6-21088112CC1F}"/>
          </ac:picMkLst>
        </pc:picChg>
      </pc:sldChg>
      <pc:sldChg chg="addSp modSp new mod">
        <pc:chgData name="Niharika Singh" userId="cfa168dae0a175db" providerId="LiveId" clId="{4ED36E86-4903-4530-B5A6-B0C14CAA04F4}" dt="2026-02-18T18:11:20.130" v="2489" actId="20577"/>
        <pc:sldMkLst>
          <pc:docMk/>
          <pc:sldMk cId="1716362596" sldId="265"/>
        </pc:sldMkLst>
        <pc:spChg chg="mod">
          <ac:chgData name="Niharika Singh" userId="cfa168dae0a175db" providerId="LiveId" clId="{4ED36E86-4903-4530-B5A6-B0C14CAA04F4}" dt="2026-02-18T14:22:39.708" v="1109" actId="1076"/>
          <ac:spMkLst>
            <pc:docMk/>
            <pc:sldMk cId="1716362596" sldId="265"/>
            <ac:spMk id="2" creationId="{7AFFD9EE-7B4C-05A7-3042-9939CD28BDA1}"/>
          </ac:spMkLst>
        </pc:spChg>
        <pc:spChg chg="add mod">
          <ac:chgData name="Niharika Singh" userId="cfa168dae0a175db" providerId="LiveId" clId="{4ED36E86-4903-4530-B5A6-B0C14CAA04F4}" dt="2026-02-18T18:11:20.130" v="2489" actId="20577"/>
          <ac:spMkLst>
            <pc:docMk/>
            <pc:sldMk cId="1716362596" sldId="265"/>
            <ac:spMk id="5" creationId="{CA41B619-B1A5-F380-7F8A-E5A9301D9C5F}"/>
          </ac:spMkLst>
        </pc:spChg>
        <pc:picChg chg="add mod">
          <ac:chgData name="Niharika Singh" userId="cfa168dae0a175db" providerId="LiveId" clId="{4ED36E86-4903-4530-B5A6-B0C14CAA04F4}" dt="2026-02-18T14:24:37.453" v="1111" actId="1076"/>
          <ac:picMkLst>
            <pc:docMk/>
            <pc:sldMk cId="1716362596" sldId="265"/>
            <ac:picMk id="4" creationId="{B5D3B9CB-9824-2A53-4B91-652180F96B6E}"/>
          </ac:picMkLst>
        </pc:picChg>
      </pc:sldChg>
      <pc:sldChg chg="addSp delSp modSp new mod">
        <pc:chgData name="Niharika Singh" userId="cfa168dae0a175db" providerId="LiveId" clId="{4ED36E86-4903-4530-B5A6-B0C14CAA04F4}" dt="2026-02-18T17:56:43.965" v="2067" actId="20577"/>
        <pc:sldMkLst>
          <pc:docMk/>
          <pc:sldMk cId="449054990" sldId="266"/>
        </pc:sldMkLst>
        <pc:spChg chg="mod">
          <ac:chgData name="Niharika Singh" userId="cfa168dae0a175db" providerId="LiveId" clId="{4ED36E86-4903-4530-B5A6-B0C14CAA04F4}" dt="2026-02-18T14:38:00.027" v="1413" actId="1076"/>
          <ac:spMkLst>
            <pc:docMk/>
            <pc:sldMk cId="449054990" sldId="266"/>
            <ac:spMk id="2" creationId="{241485DB-A1F2-92A5-5E84-0438312D0017}"/>
          </ac:spMkLst>
        </pc:spChg>
        <pc:spChg chg="add del mod">
          <ac:chgData name="Niharika Singh" userId="cfa168dae0a175db" providerId="LiveId" clId="{4ED36E86-4903-4530-B5A6-B0C14CAA04F4}" dt="2026-02-18T14:34:17.912" v="1402"/>
          <ac:spMkLst>
            <pc:docMk/>
            <pc:sldMk cId="449054990" sldId="266"/>
            <ac:spMk id="5" creationId="{A9B2C94A-C49A-C790-0460-CB75949334C9}"/>
          </ac:spMkLst>
        </pc:spChg>
        <pc:spChg chg="add mod">
          <ac:chgData name="Niharika Singh" userId="cfa168dae0a175db" providerId="LiveId" clId="{4ED36E86-4903-4530-B5A6-B0C14CAA04F4}" dt="2026-02-18T17:56:43.965" v="2067" actId="20577"/>
          <ac:spMkLst>
            <pc:docMk/>
            <pc:sldMk cId="449054990" sldId="266"/>
            <ac:spMk id="6" creationId="{18CC1DF7-ABAB-45CD-F9CB-91BF430E3F34}"/>
          </ac:spMkLst>
        </pc:spChg>
        <pc:picChg chg="add mod">
          <ac:chgData name="Niharika Singh" userId="cfa168dae0a175db" providerId="LiveId" clId="{4ED36E86-4903-4530-B5A6-B0C14CAA04F4}" dt="2026-02-18T14:38:04.099" v="1414" actId="1076"/>
          <ac:picMkLst>
            <pc:docMk/>
            <pc:sldMk cId="449054990" sldId="266"/>
            <ac:picMk id="4" creationId="{536CF50C-59D9-0758-35C9-E3745C0BCF91}"/>
          </ac:picMkLst>
        </pc:picChg>
      </pc:sldChg>
      <pc:sldChg chg="addSp delSp modSp new mod">
        <pc:chgData name="Niharika Singh" userId="cfa168dae0a175db" providerId="LiveId" clId="{4ED36E86-4903-4530-B5A6-B0C14CAA04F4}" dt="2026-02-18T14:43:35.108" v="1537" actId="1076"/>
        <pc:sldMkLst>
          <pc:docMk/>
          <pc:sldMk cId="2772739075" sldId="267"/>
        </pc:sldMkLst>
        <pc:spChg chg="mod">
          <ac:chgData name="Niharika Singh" userId="cfa168dae0a175db" providerId="LiveId" clId="{4ED36E86-4903-4530-B5A6-B0C14CAA04F4}" dt="2026-02-18T14:39:44.212" v="1434" actId="1076"/>
          <ac:spMkLst>
            <pc:docMk/>
            <pc:sldMk cId="2772739075" sldId="267"/>
            <ac:spMk id="2" creationId="{E9B41AE8-45C1-1BB6-A962-4C6D549ADD8C}"/>
          </ac:spMkLst>
        </pc:spChg>
        <pc:spChg chg="add">
          <ac:chgData name="Niharika Singh" userId="cfa168dae0a175db" providerId="LiveId" clId="{4ED36E86-4903-4530-B5A6-B0C14CAA04F4}" dt="2026-02-18T14:40:25.450" v="1436"/>
          <ac:spMkLst>
            <pc:docMk/>
            <pc:sldMk cId="2772739075" sldId="267"/>
            <ac:spMk id="5" creationId="{3518BC4C-5152-3E16-5B3E-CD16B172702A}"/>
          </ac:spMkLst>
        </pc:spChg>
        <pc:spChg chg="add del mod">
          <ac:chgData name="Niharika Singh" userId="cfa168dae0a175db" providerId="LiveId" clId="{4ED36E86-4903-4530-B5A6-B0C14CAA04F4}" dt="2026-02-18T14:40:49.903" v="1445" actId="21"/>
          <ac:spMkLst>
            <pc:docMk/>
            <pc:sldMk cId="2772739075" sldId="267"/>
            <ac:spMk id="6" creationId="{1170C01C-67DF-68D6-FFAD-876E77C3463E}"/>
          </ac:spMkLst>
        </pc:spChg>
        <pc:spChg chg="add">
          <ac:chgData name="Niharika Singh" userId="cfa168dae0a175db" providerId="LiveId" clId="{4ED36E86-4903-4530-B5A6-B0C14CAA04F4}" dt="2026-02-18T14:40:31.661" v="1438"/>
          <ac:spMkLst>
            <pc:docMk/>
            <pc:sldMk cId="2772739075" sldId="267"/>
            <ac:spMk id="7" creationId="{42E713DF-F1AD-7DC2-D89E-7B7B2934BCBD}"/>
          </ac:spMkLst>
        </pc:spChg>
        <pc:spChg chg="add mod">
          <ac:chgData name="Niharika Singh" userId="cfa168dae0a175db" providerId="LiveId" clId="{4ED36E86-4903-4530-B5A6-B0C14CAA04F4}" dt="2026-02-18T14:40:34.904" v="1440"/>
          <ac:spMkLst>
            <pc:docMk/>
            <pc:sldMk cId="2772739075" sldId="267"/>
            <ac:spMk id="8" creationId="{FE35DDF6-5756-BF50-F1A4-3C1C31C245BD}"/>
          </ac:spMkLst>
        </pc:spChg>
        <pc:spChg chg="add">
          <ac:chgData name="Niharika Singh" userId="cfa168dae0a175db" providerId="LiveId" clId="{4ED36E86-4903-4530-B5A6-B0C14CAA04F4}" dt="2026-02-18T14:40:38.051" v="1441"/>
          <ac:spMkLst>
            <pc:docMk/>
            <pc:sldMk cId="2772739075" sldId="267"/>
            <ac:spMk id="9" creationId="{9317CDD6-5DC5-DA9E-9961-3A076C11256A}"/>
          </ac:spMkLst>
        </pc:spChg>
        <pc:spChg chg="add mod">
          <ac:chgData name="Niharika Singh" userId="cfa168dae0a175db" providerId="LiveId" clId="{4ED36E86-4903-4530-B5A6-B0C14CAA04F4}" dt="2026-02-18T14:43:30.397" v="1536" actId="14100"/>
          <ac:spMkLst>
            <pc:docMk/>
            <pc:sldMk cId="2772739075" sldId="267"/>
            <ac:spMk id="10" creationId="{74A235FC-74A0-4031-46CC-BAE2BAA625E1}"/>
          </ac:spMkLst>
        </pc:spChg>
        <pc:spChg chg="add mod">
          <ac:chgData name="Niharika Singh" userId="cfa168dae0a175db" providerId="LiveId" clId="{4ED36E86-4903-4530-B5A6-B0C14CAA04F4}" dt="2026-02-18T14:40:54.045" v="1447"/>
          <ac:spMkLst>
            <pc:docMk/>
            <pc:sldMk cId="2772739075" sldId="267"/>
            <ac:spMk id="11" creationId="{1170C01C-67DF-68D6-FFAD-876E77C3463E}"/>
          </ac:spMkLst>
        </pc:spChg>
        <pc:spChg chg="add mod">
          <ac:chgData name="Niharika Singh" userId="cfa168dae0a175db" providerId="LiveId" clId="{4ED36E86-4903-4530-B5A6-B0C14CAA04F4}" dt="2026-02-18T14:40:55.798" v="1448"/>
          <ac:spMkLst>
            <pc:docMk/>
            <pc:sldMk cId="2772739075" sldId="267"/>
            <ac:spMk id="12" creationId="{1140A404-FA1E-D897-651D-893E1724BA24}"/>
          </ac:spMkLst>
        </pc:spChg>
        <pc:spChg chg="add mod">
          <ac:chgData name="Niharika Singh" userId="cfa168dae0a175db" providerId="LiveId" clId="{4ED36E86-4903-4530-B5A6-B0C14CAA04F4}" dt="2026-02-18T14:40:56.661" v="1449"/>
          <ac:spMkLst>
            <pc:docMk/>
            <pc:sldMk cId="2772739075" sldId="267"/>
            <ac:spMk id="13" creationId="{9BC4F710-3E85-141D-DF3D-47B628D9A909}"/>
          </ac:spMkLst>
        </pc:spChg>
        <pc:picChg chg="add mod">
          <ac:chgData name="Niharika Singh" userId="cfa168dae0a175db" providerId="LiveId" clId="{4ED36E86-4903-4530-B5A6-B0C14CAA04F4}" dt="2026-02-18T14:43:35.108" v="1537" actId="1076"/>
          <ac:picMkLst>
            <pc:docMk/>
            <pc:sldMk cId="2772739075" sldId="267"/>
            <ac:picMk id="4" creationId="{06F57354-DBAA-0947-5F66-E11ECE50A271}"/>
          </ac:picMkLst>
        </pc:picChg>
      </pc:sldChg>
      <pc:sldChg chg="addSp modSp new mod">
        <pc:chgData name="Niharika Singh" userId="cfa168dae0a175db" providerId="LiveId" clId="{4ED36E86-4903-4530-B5A6-B0C14CAA04F4}" dt="2026-02-18T15:51:39.057" v="1977" actId="1076"/>
        <pc:sldMkLst>
          <pc:docMk/>
          <pc:sldMk cId="209695984" sldId="268"/>
        </pc:sldMkLst>
        <pc:spChg chg="mod">
          <ac:chgData name="Niharika Singh" userId="cfa168dae0a175db" providerId="LiveId" clId="{4ED36E86-4903-4530-B5A6-B0C14CAA04F4}" dt="2026-02-18T14:54:29.747" v="1650" actId="1076"/>
          <ac:spMkLst>
            <pc:docMk/>
            <pc:sldMk cId="209695984" sldId="268"/>
            <ac:spMk id="2" creationId="{36BBD79F-5FC1-B094-EF71-080BF670EF21}"/>
          </ac:spMkLst>
        </pc:spChg>
        <pc:spChg chg="mod">
          <ac:chgData name="Niharika Singh" userId="cfa168dae0a175db" providerId="LiveId" clId="{4ED36E86-4903-4530-B5A6-B0C14CAA04F4}" dt="2026-02-18T15:42:52.245" v="1965" actId="207"/>
          <ac:spMkLst>
            <pc:docMk/>
            <pc:sldMk cId="209695984" sldId="268"/>
            <ac:spMk id="3" creationId="{71CAA7EA-77F0-5AF7-4E5A-CF792C2EA00C}"/>
          </ac:spMkLst>
        </pc:spChg>
        <pc:spChg chg="mod">
          <ac:chgData name="Niharika Singh" userId="cfa168dae0a175db" providerId="LiveId" clId="{4ED36E86-4903-4530-B5A6-B0C14CAA04F4}" dt="2026-02-18T15:42:56.356" v="1966" actId="207"/>
          <ac:spMkLst>
            <pc:docMk/>
            <pc:sldMk cId="209695984" sldId="268"/>
            <ac:spMk id="4" creationId="{9D4D6182-EB24-D90D-A478-4065C33738AC}"/>
          </ac:spMkLst>
        </pc:spChg>
        <pc:picChg chg="add mod">
          <ac:chgData name="Niharika Singh" userId="cfa168dae0a175db" providerId="LiveId" clId="{4ED36E86-4903-4530-B5A6-B0C14CAA04F4}" dt="2026-02-18T15:51:39.057" v="1977" actId="1076"/>
          <ac:picMkLst>
            <pc:docMk/>
            <pc:sldMk cId="209695984" sldId="268"/>
            <ac:picMk id="6" creationId="{D9BB9579-0C23-6ED5-805D-2B915DB739EC}"/>
          </ac:picMkLst>
        </pc:picChg>
      </pc:sldChg>
      <pc:sldChg chg="new del">
        <pc:chgData name="Niharika Singh" userId="cfa168dae0a175db" providerId="LiveId" clId="{4ED36E86-4903-4530-B5A6-B0C14CAA04F4}" dt="2026-02-18T14:58:34.162" v="1714" actId="680"/>
        <pc:sldMkLst>
          <pc:docMk/>
          <pc:sldMk cId="1966264433" sldId="269"/>
        </pc:sldMkLst>
      </pc:sldChg>
      <pc:sldChg chg="new del">
        <pc:chgData name="Niharika Singh" userId="cfa168dae0a175db" providerId="LiveId" clId="{4ED36E86-4903-4530-B5A6-B0C14CAA04F4}" dt="2026-02-18T14:58:44.919" v="1716" actId="680"/>
        <pc:sldMkLst>
          <pc:docMk/>
          <pc:sldMk cId="2605188152" sldId="269"/>
        </pc:sldMkLst>
      </pc:sldChg>
      <pc:sldChg chg="addSp modSp new mod">
        <pc:chgData name="Niharika Singh" userId="cfa168dae0a175db" providerId="LiveId" clId="{4ED36E86-4903-4530-B5A6-B0C14CAA04F4}" dt="2026-02-18T18:07:09.363" v="2460" actId="1076"/>
        <pc:sldMkLst>
          <pc:docMk/>
          <pc:sldMk cId="3562086913" sldId="269"/>
        </pc:sldMkLst>
        <pc:spChg chg="mod">
          <ac:chgData name="Niharika Singh" userId="cfa168dae0a175db" providerId="LiveId" clId="{4ED36E86-4903-4530-B5A6-B0C14CAA04F4}" dt="2026-02-18T15:41:54.244" v="1960" actId="207"/>
          <ac:spMkLst>
            <pc:docMk/>
            <pc:sldMk cId="3562086913" sldId="269"/>
            <ac:spMk id="2" creationId="{4CEBF538-428D-3849-326D-8343B965CFF5}"/>
          </ac:spMkLst>
        </pc:spChg>
        <pc:spChg chg="mod">
          <ac:chgData name="Niharika Singh" userId="cfa168dae0a175db" providerId="LiveId" clId="{4ED36E86-4903-4530-B5A6-B0C14CAA04F4}" dt="2026-02-18T15:54:56.161" v="2017" actId="1076"/>
          <ac:spMkLst>
            <pc:docMk/>
            <pc:sldMk cId="3562086913" sldId="269"/>
            <ac:spMk id="3" creationId="{869B7D7D-49CC-87BA-0813-5A4111455FDC}"/>
          </ac:spMkLst>
        </pc:spChg>
        <pc:spChg chg="mod">
          <ac:chgData name="Niharika Singh" userId="cfa168dae0a175db" providerId="LiveId" clId="{4ED36E86-4903-4530-B5A6-B0C14CAA04F4}" dt="2026-02-18T15:55:07.188" v="2019" actId="1076"/>
          <ac:spMkLst>
            <pc:docMk/>
            <pc:sldMk cId="3562086913" sldId="269"/>
            <ac:spMk id="4" creationId="{A05A7C5F-A5E3-D2D7-081E-384773848200}"/>
          </ac:spMkLst>
        </pc:spChg>
        <pc:graphicFrameChg chg="add mod modGraphic">
          <ac:chgData name="Niharika Singh" userId="cfa168dae0a175db" providerId="LiveId" clId="{4ED36E86-4903-4530-B5A6-B0C14CAA04F4}" dt="2026-02-18T18:07:09.363" v="2460" actId="1076"/>
          <ac:graphicFrameMkLst>
            <pc:docMk/>
            <pc:sldMk cId="3562086913" sldId="269"/>
            <ac:graphicFrameMk id="5" creationId="{22563F4B-531A-4712-C3A7-19AD6F48A122}"/>
          </ac:graphicFrameMkLst>
        </pc:graphicFrameChg>
      </pc:sldChg>
      <pc:sldChg chg="new del">
        <pc:chgData name="Niharika Singh" userId="cfa168dae0a175db" providerId="LiveId" clId="{4ED36E86-4903-4530-B5A6-B0C14CAA04F4}" dt="2026-02-18T18:00:00.496" v="2259" actId="2696"/>
        <pc:sldMkLst>
          <pc:docMk/>
          <pc:sldMk cId="935086605" sldId="270"/>
        </pc:sldMkLst>
      </pc:sldChg>
      <pc:sldChg chg="addSp modSp new mod">
        <pc:chgData name="Niharika Singh" userId="cfa168dae0a175db" providerId="LiveId" clId="{4ED36E86-4903-4530-B5A6-B0C14CAA04F4}" dt="2026-02-18T18:09:36.315" v="2484" actId="1076"/>
        <pc:sldMkLst>
          <pc:docMk/>
          <pc:sldMk cId="2354997395" sldId="270"/>
        </pc:sldMkLst>
        <pc:spChg chg="mod">
          <ac:chgData name="Niharika Singh" userId="cfa168dae0a175db" providerId="LiveId" clId="{4ED36E86-4903-4530-B5A6-B0C14CAA04F4}" dt="2026-02-18T18:08:42.428" v="2472" actId="1076"/>
          <ac:spMkLst>
            <pc:docMk/>
            <pc:sldMk cId="2354997395" sldId="270"/>
            <ac:spMk id="2" creationId="{265A1B89-117D-456B-A1EB-CDF86594FC66}"/>
          </ac:spMkLst>
        </pc:spChg>
        <pc:graphicFrameChg chg="add mod modGraphic">
          <ac:chgData name="Niharika Singh" userId="cfa168dae0a175db" providerId="LiveId" clId="{4ED36E86-4903-4530-B5A6-B0C14CAA04F4}" dt="2026-02-18T18:09:36.315" v="2484" actId="1076"/>
          <ac:graphicFrameMkLst>
            <pc:docMk/>
            <pc:sldMk cId="2354997395" sldId="270"/>
            <ac:graphicFrameMk id="3" creationId="{8CAF72FA-CD2E-BEEC-A543-29AF0534F799}"/>
          </ac:graphicFrameMkLst>
        </pc:graphicFrameChg>
      </pc:sldChg>
      <pc:sldChg chg="addSp delSp modSp new mod">
        <pc:chgData name="Niharika Singh" userId="cfa168dae0a175db" providerId="LiveId" clId="{4ED36E86-4903-4530-B5A6-B0C14CAA04F4}" dt="2026-02-18T18:16:10.414" v="2529" actId="931"/>
        <pc:sldMkLst>
          <pc:docMk/>
          <pc:sldMk cId="377838284" sldId="271"/>
        </pc:sldMkLst>
        <pc:spChg chg="mod">
          <ac:chgData name="Niharika Singh" userId="cfa168dae0a175db" providerId="LiveId" clId="{4ED36E86-4903-4530-B5A6-B0C14CAA04F4}" dt="2026-02-18T18:16:06.332" v="2524" actId="1076"/>
          <ac:spMkLst>
            <pc:docMk/>
            <pc:sldMk cId="377838284" sldId="271"/>
            <ac:spMk id="2" creationId="{AC1B4563-26FF-ABDC-BAE8-88905FC4F49F}"/>
          </ac:spMkLst>
        </pc:spChg>
        <pc:picChg chg="add del mod">
          <ac:chgData name="Niharika Singh" userId="cfa168dae0a175db" providerId="LiveId" clId="{4ED36E86-4903-4530-B5A6-B0C14CAA04F4}" dt="2026-02-18T18:16:10.414" v="2529" actId="931"/>
          <ac:picMkLst>
            <pc:docMk/>
            <pc:sldMk cId="377838284" sldId="271"/>
            <ac:picMk id="4" creationId="{91F4ECDE-C556-9CF4-5E88-F52153031554}"/>
          </ac:picMkLst>
        </pc:picChg>
      </pc:sldChg>
      <pc:sldChg chg="new del">
        <pc:chgData name="Niharika Singh" userId="cfa168dae0a175db" providerId="LiveId" clId="{4ED36E86-4903-4530-B5A6-B0C14CAA04F4}" dt="2026-02-18T18:11:57.985" v="2491" actId="2696"/>
        <pc:sldMkLst>
          <pc:docMk/>
          <pc:sldMk cId="3237467755" sldId="271"/>
        </pc:sldMkLst>
      </pc:sldChg>
      <pc:sldChg chg="addSp delSp new del mod">
        <pc:chgData name="Niharika Singh" userId="cfa168dae0a175db" providerId="LiveId" clId="{4ED36E86-4903-4530-B5A6-B0C14CAA04F4}" dt="2026-02-18T17:59:58.918" v="2258" actId="2696"/>
        <pc:sldMkLst>
          <pc:docMk/>
          <pc:sldMk cId="3306782819" sldId="271"/>
        </pc:sldMkLst>
        <pc:spChg chg="add del">
          <ac:chgData name="Niharika Singh" userId="cfa168dae0a175db" providerId="LiveId" clId="{4ED36E86-4903-4530-B5A6-B0C14CAA04F4}" dt="2026-02-18T17:59:54.336" v="2257" actId="22"/>
          <ac:spMkLst>
            <pc:docMk/>
            <pc:sldMk cId="3306782819" sldId="271"/>
            <ac:spMk id="3" creationId="{93172B47-7D2A-5767-2C8F-F23623799817}"/>
          </ac:spMkLst>
        </pc:sp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3C3D92-39A2-46BA-A4F5-44EF14F363DB}"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31493D8-5826-48AD-84FF-76CBE484B385}" type="slidenum">
              <a:rPr lang="en-IN" smtClean="0"/>
              <a:t>‹#›</a:t>
            </a:fld>
            <a:endParaRPr lang="en-IN"/>
          </a:p>
        </p:txBody>
      </p:sp>
    </p:spTree>
    <p:extLst>
      <p:ext uri="{BB962C8B-B14F-4D97-AF65-F5344CB8AC3E}">
        <p14:creationId xmlns:p14="http://schemas.microsoft.com/office/powerpoint/2010/main" val="1276674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3C3D92-39A2-46BA-A4F5-44EF14F363DB}"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1493D8-5826-48AD-84FF-76CBE484B385}" type="slidenum">
              <a:rPr lang="en-IN" smtClean="0"/>
              <a:t>‹#›</a:t>
            </a:fld>
            <a:endParaRPr lang="en-IN"/>
          </a:p>
        </p:txBody>
      </p:sp>
    </p:spTree>
    <p:extLst>
      <p:ext uri="{BB962C8B-B14F-4D97-AF65-F5344CB8AC3E}">
        <p14:creationId xmlns:p14="http://schemas.microsoft.com/office/powerpoint/2010/main" val="379679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A3C3D92-39A2-46BA-A4F5-44EF14F363DB}" type="datetimeFigureOut">
              <a:rPr lang="en-IN" smtClean="0"/>
              <a:t>18-02-2026</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31493D8-5826-48AD-84FF-76CBE484B385}" type="slidenum">
              <a:rPr lang="en-IN" smtClean="0"/>
              <a:t>‹#›</a:t>
            </a:fld>
            <a:endParaRPr lang="en-IN"/>
          </a:p>
        </p:txBody>
      </p:sp>
    </p:spTree>
    <p:extLst>
      <p:ext uri="{BB962C8B-B14F-4D97-AF65-F5344CB8AC3E}">
        <p14:creationId xmlns:p14="http://schemas.microsoft.com/office/powerpoint/2010/main" val="1042385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3C3D92-39A2-46BA-A4F5-44EF14F363DB}"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1493D8-5826-48AD-84FF-76CBE484B385}" type="slidenum">
              <a:rPr lang="en-IN" smtClean="0"/>
              <a:t>‹#›</a:t>
            </a:fld>
            <a:endParaRPr lang="en-IN"/>
          </a:p>
        </p:txBody>
      </p:sp>
    </p:spTree>
    <p:extLst>
      <p:ext uri="{BB962C8B-B14F-4D97-AF65-F5344CB8AC3E}">
        <p14:creationId xmlns:p14="http://schemas.microsoft.com/office/powerpoint/2010/main" val="2033842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3C3D92-39A2-46BA-A4F5-44EF14F363DB}" type="datetimeFigureOut">
              <a:rPr lang="en-IN" smtClean="0"/>
              <a:t>18-02-2026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31493D8-5826-48AD-84FF-76CBE484B385}" type="slidenum">
              <a:rPr lang="en-IN" smtClean="0"/>
              <a:t>‹#›</a:t>
            </a:fld>
            <a:endParaRPr lang="en-IN"/>
          </a:p>
        </p:txBody>
      </p:sp>
    </p:spTree>
    <p:extLst>
      <p:ext uri="{BB962C8B-B14F-4D97-AF65-F5344CB8AC3E}">
        <p14:creationId xmlns:p14="http://schemas.microsoft.com/office/powerpoint/2010/main" val="1547915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3C3D92-39A2-46BA-A4F5-44EF14F363DB}" type="datetimeFigureOut">
              <a:rPr lang="en-IN" smtClean="0"/>
              <a:t>18-02-2026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31493D8-5826-48AD-84FF-76CBE484B385}" type="slidenum">
              <a:rPr lang="en-IN" smtClean="0"/>
              <a:t>‹#›</a:t>
            </a:fld>
            <a:endParaRPr lang="en-IN"/>
          </a:p>
        </p:txBody>
      </p:sp>
    </p:spTree>
    <p:extLst>
      <p:ext uri="{BB962C8B-B14F-4D97-AF65-F5344CB8AC3E}">
        <p14:creationId xmlns:p14="http://schemas.microsoft.com/office/powerpoint/2010/main" val="2024915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3C3D92-39A2-46BA-A4F5-44EF14F363DB}" type="datetimeFigureOut">
              <a:rPr lang="en-IN" smtClean="0"/>
              <a:t>18-02-2026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31493D8-5826-48AD-84FF-76CBE484B385}" type="slidenum">
              <a:rPr lang="en-IN" smtClean="0"/>
              <a:t>‹#›</a:t>
            </a:fld>
            <a:endParaRPr lang="en-IN"/>
          </a:p>
        </p:txBody>
      </p:sp>
    </p:spTree>
    <p:extLst>
      <p:ext uri="{BB962C8B-B14F-4D97-AF65-F5344CB8AC3E}">
        <p14:creationId xmlns:p14="http://schemas.microsoft.com/office/powerpoint/2010/main" val="224055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3C3D92-39A2-46BA-A4F5-44EF14F363DB}"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31493D8-5826-48AD-84FF-76CBE484B385}" type="slidenum">
              <a:rPr lang="en-IN" smtClean="0"/>
              <a:t>‹#›</a:t>
            </a:fld>
            <a:endParaRPr lang="en-IN"/>
          </a:p>
        </p:txBody>
      </p:sp>
    </p:spTree>
    <p:extLst>
      <p:ext uri="{BB962C8B-B14F-4D97-AF65-F5344CB8AC3E}">
        <p14:creationId xmlns:p14="http://schemas.microsoft.com/office/powerpoint/2010/main" val="1365093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3C3D92-39A2-46BA-A4F5-44EF14F363DB}" type="datetimeFigureOut">
              <a:rPr lang="en-IN" smtClean="0"/>
              <a:t>18-02-2026</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31493D8-5826-48AD-84FF-76CBE484B385}" type="slidenum">
              <a:rPr lang="en-IN" smtClean="0"/>
              <a:t>‹#›</a:t>
            </a:fld>
            <a:endParaRPr lang="en-IN"/>
          </a:p>
        </p:txBody>
      </p:sp>
    </p:spTree>
    <p:extLst>
      <p:ext uri="{BB962C8B-B14F-4D97-AF65-F5344CB8AC3E}">
        <p14:creationId xmlns:p14="http://schemas.microsoft.com/office/powerpoint/2010/main" val="4025267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3C3D92-39A2-46BA-A4F5-44EF14F363DB}"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1493D8-5826-48AD-84FF-76CBE484B385}" type="slidenum">
              <a:rPr lang="en-IN" smtClean="0"/>
              <a:t>‹#›</a:t>
            </a:fld>
            <a:endParaRPr lang="en-IN"/>
          </a:p>
        </p:txBody>
      </p:sp>
    </p:spTree>
    <p:extLst>
      <p:ext uri="{BB962C8B-B14F-4D97-AF65-F5344CB8AC3E}">
        <p14:creationId xmlns:p14="http://schemas.microsoft.com/office/powerpoint/2010/main" val="570368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3C3D92-39A2-46BA-A4F5-44EF14F363DB}"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1493D8-5826-48AD-84FF-76CBE484B385}" type="slidenum">
              <a:rPr lang="en-IN" smtClean="0"/>
              <a:t>‹#›</a:t>
            </a:fld>
            <a:endParaRPr lang="en-IN"/>
          </a:p>
        </p:txBody>
      </p:sp>
    </p:spTree>
    <p:extLst>
      <p:ext uri="{BB962C8B-B14F-4D97-AF65-F5344CB8AC3E}">
        <p14:creationId xmlns:p14="http://schemas.microsoft.com/office/powerpoint/2010/main" val="3868836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A3C3D92-39A2-46BA-A4F5-44EF14F363DB}" type="datetimeFigureOut">
              <a:rPr lang="en-IN" smtClean="0"/>
              <a:t>18-02-2026</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31493D8-5826-48AD-84FF-76CBE484B385}" type="slidenum">
              <a:rPr lang="en-IN" smtClean="0"/>
              <a:t>‹#›</a:t>
            </a:fld>
            <a:endParaRPr lang="en-IN"/>
          </a:p>
        </p:txBody>
      </p:sp>
    </p:spTree>
    <p:extLst>
      <p:ext uri="{BB962C8B-B14F-4D97-AF65-F5344CB8AC3E}">
        <p14:creationId xmlns:p14="http://schemas.microsoft.com/office/powerpoint/2010/main" val="34927351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003BA-E137-C6A4-9815-FA911B076164}"/>
              </a:ext>
            </a:extLst>
          </p:cNvPr>
          <p:cNvSpPr>
            <a:spLocks noGrp="1"/>
          </p:cNvSpPr>
          <p:nvPr>
            <p:ph type="ctrTitle"/>
          </p:nvPr>
        </p:nvSpPr>
        <p:spPr>
          <a:xfrm>
            <a:off x="1406013" y="237460"/>
            <a:ext cx="9144000" cy="2899030"/>
          </a:xfrm>
        </p:spPr>
        <p:txBody>
          <a:bodyPr/>
          <a:lstStyle/>
          <a:p>
            <a:r>
              <a:rPr lang="en-US" dirty="0"/>
              <a:t>Smart Traffic Signal Simulator</a:t>
            </a:r>
            <a:endParaRPr lang="en-IN" dirty="0"/>
          </a:p>
        </p:txBody>
      </p:sp>
      <p:sp>
        <p:nvSpPr>
          <p:cNvPr id="3" name="Subtitle 2">
            <a:extLst>
              <a:ext uri="{FF2B5EF4-FFF2-40B4-BE49-F238E27FC236}">
                <a16:creationId xmlns:a16="http://schemas.microsoft.com/office/drawing/2014/main" id="{A0EBD308-C9BE-DAC1-49FA-B61475F5547A}"/>
              </a:ext>
            </a:extLst>
          </p:cNvPr>
          <p:cNvSpPr>
            <a:spLocks noGrp="1"/>
          </p:cNvSpPr>
          <p:nvPr>
            <p:ph type="subTitle" idx="1"/>
          </p:nvPr>
        </p:nvSpPr>
        <p:spPr>
          <a:xfrm>
            <a:off x="1406013" y="3002269"/>
            <a:ext cx="9144000" cy="3349370"/>
          </a:xfrm>
        </p:spPr>
        <p:txBody>
          <a:bodyPr>
            <a:normAutofit fontScale="77500" lnSpcReduction="20000"/>
          </a:bodyPr>
          <a:lstStyle/>
          <a:p>
            <a:r>
              <a:rPr lang="en-US" b="1" dirty="0"/>
              <a:t>Subject:</a:t>
            </a:r>
            <a:r>
              <a:rPr lang="en-US" dirty="0"/>
              <a:t> Foundations of Programming</a:t>
            </a:r>
          </a:p>
          <a:p>
            <a:r>
              <a:rPr lang="en-US" b="1" dirty="0"/>
              <a:t>Course Code: </a:t>
            </a:r>
          </a:p>
          <a:p>
            <a:r>
              <a:rPr lang="en-US" b="1" dirty="0"/>
              <a:t>Teacher name: </a:t>
            </a:r>
            <a:r>
              <a:rPr lang="en-US" dirty="0"/>
              <a:t>Dr. Renuka Mane</a:t>
            </a:r>
          </a:p>
          <a:p>
            <a:endParaRPr lang="en-US" dirty="0"/>
          </a:p>
          <a:p>
            <a:r>
              <a:rPr lang="en-IN" b="1" dirty="0"/>
              <a:t>Div:</a:t>
            </a:r>
            <a:r>
              <a:rPr lang="en-IN" dirty="0"/>
              <a:t> 3</a:t>
            </a:r>
          </a:p>
          <a:p>
            <a:r>
              <a:rPr lang="en-IN" b="1" dirty="0"/>
              <a:t>Batch:</a:t>
            </a:r>
            <a:r>
              <a:rPr lang="en-IN" dirty="0"/>
              <a:t> C2</a:t>
            </a:r>
          </a:p>
          <a:p>
            <a:r>
              <a:rPr lang="en-IN" b="1" dirty="0"/>
              <a:t>Team members:  </a:t>
            </a:r>
            <a:r>
              <a:rPr lang="en-IN" dirty="0"/>
              <a:t>Om Jadhav – 1262252682</a:t>
            </a:r>
          </a:p>
          <a:p>
            <a:r>
              <a:rPr lang="en-IN" dirty="0"/>
              <a:t>                                  Niharika Singh – 1262253874</a:t>
            </a:r>
          </a:p>
          <a:p>
            <a:r>
              <a:rPr lang="en-IN" dirty="0"/>
              <a:t>                                  Yanika Phatak – 1262251867</a:t>
            </a:r>
          </a:p>
          <a:p>
            <a:r>
              <a:rPr lang="en-IN" dirty="0"/>
              <a:t>                                  Shriya Shelke - 1262252710</a:t>
            </a:r>
          </a:p>
          <a:p>
            <a:endParaRPr lang="en-IN" dirty="0"/>
          </a:p>
          <a:p>
            <a:endParaRPr lang="en-IN" dirty="0"/>
          </a:p>
        </p:txBody>
      </p:sp>
    </p:spTree>
    <p:extLst>
      <p:ext uri="{BB962C8B-B14F-4D97-AF65-F5344CB8AC3E}">
        <p14:creationId xmlns:p14="http://schemas.microsoft.com/office/powerpoint/2010/main" val="1938345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BF538-428D-3849-326D-8343B965CFF5}"/>
              </a:ext>
            </a:extLst>
          </p:cNvPr>
          <p:cNvSpPr>
            <a:spLocks noGrp="1"/>
          </p:cNvSpPr>
          <p:nvPr>
            <p:ph type="title"/>
          </p:nvPr>
        </p:nvSpPr>
        <p:spPr/>
        <p:txBody>
          <a:bodyPr/>
          <a:lstStyle/>
          <a:p>
            <a:r>
              <a:rPr lang="en-US" dirty="0"/>
              <a:t>INTRODUCTION AND TECHNOLOGIES USED</a:t>
            </a:r>
            <a:endParaRPr lang="en-IN" dirty="0"/>
          </a:p>
        </p:txBody>
      </p:sp>
      <p:sp>
        <p:nvSpPr>
          <p:cNvPr id="3" name="Content Placeholder 2">
            <a:extLst>
              <a:ext uri="{FF2B5EF4-FFF2-40B4-BE49-F238E27FC236}">
                <a16:creationId xmlns:a16="http://schemas.microsoft.com/office/drawing/2014/main" id="{869B7D7D-49CC-87BA-0813-5A4111455FDC}"/>
              </a:ext>
            </a:extLst>
          </p:cNvPr>
          <p:cNvSpPr>
            <a:spLocks noGrp="1"/>
          </p:cNvSpPr>
          <p:nvPr>
            <p:ph sz="half" idx="1"/>
          </p:nvPr>
        </p:nvSpPr>
        <p:spPr>
          <a:xfrm>
            <a:off x="13222519" y="1540764"/>
            <a:ext cx="1014591" cy="653796"/>
          </a:xfrm>
        </p:spPr>
        <p:txBody>
          <a:bodyPr/>
          <a:lstStyle/>
          <a:p>
            <a:pPr marL="0" indent="0" algn="ctr">
              <a:buNone/>
            </a:pPr>
            <a:endParaRPr lang="en-IN" b="1" u="sng" dirty="0"/>
          </a:p>
        </p:txBody>
      </p:sp>
      <p:sp>
        <p:nvSpPr>
          <p:cNvPr id="4" name="Content Placeholder 3">
            <a:extLst>
              <a:ext uri="{FF2B5EF4-FFF2-40B4-BE49-F238E27FC236}">
                <a16:creationId xmlns:a16="http://schemas.microsoft.com/office/drawing/2014/main" id="{A05A7C5F-A5E3-D2D7-081E-384773848200}"/>
              </a:ext>
            </a:extLst>
          </p:cNvPr>
          <p:cNvSpPr>
            <a:spLocks noGrp="1"/>
          </p:cNvSpPr>
          <p:nvPr>
            <p:ph sz="half" idx="2"/>
          </p:nvPr>
        </p:nvSpPr>
        <p:spPr>
          <a:xfrm>
            <a:off x="13430865" y="2438399"/>
            <a:ext cx="372446" cy="518652"/>
          </a:xfrm>
        </p:spPr>
        <p:txBody>
          <a:bodyPr/>
          <a:lstStyle/>
          <a:p>
            <a:pPr marL="0" indent="0" algn="ctr">
              <a:buNone/>
            </a:pPr>
            <a:endParaRPr lang="en-IN" b="1" u="sng" dirty="0"/>
          </a:p>
        </p:txBody>
      </p:sp>
      <p:graphicFrame>
        <p:nvGraphicFramePr>
          <p:cNvPr id="5" name="Table 4">
            <a:extLst>
              <a:ext uri="{FF2B5EF4-FFF2-40B4-BE49-F238E27FC236}">
                <a16:creationId xmlns:a16="http://schemas.microsoft.com/office/drawing/2014/main" id="{22563F4B-531A-4712-C3A7-19AD6F48A122}"/>
              </a:ext>
            </a:extLst>
          </p:cNvPr>
          <p:cNvGraphicFramePr>
            <a:graphicFrameLocks noGrp="1"/>
          </p:cNvGraphicFramePr>
          <p:nvPr>
            <p:extLst>
              <p:ext uri="{D42A27DB-BD31-4B8C-83A1-F6EECF244321}">
                <p14:modId xmlns:p14="http://schemas.microsoft.com/office/powerpoint/2010/main" val="1679169048"/>
              </p:ext>
            </p:extLst>
          </p:nvPr>
        </p:nvGraphicFramePr>
        <p:xfrm>
          <a:off x="999154" y="2137533"/>
          <a:ext cx="10129094" cy="3488484"/>
        </p:xfrm>
        <a:graphic>
          <a:graphicData uri="http://schemas.openxmlformats.org/drawingml/2006/table">
            <a:tbl>
              <a:tblPr firstRow="1" bandRow="1">
                <a:tableStyleId>{5C22544A-7EE6-4342-B048-85BDC9FD1C3A}</a:tableStyleId>
              </a:tblPr>
              <a:tblGrid>
                <a:gridCol w="5022993">
                  <a:extLst>
                    <a:ext uri="{9D8B030D-6E8A-4147-A177-3AD203B41FA5}">
                      <a16:colId xmlns:a16="http://schemas.microsoft.com/office/drawing/2014/main" val="2708181934"/>
                    </a:ext>
                  </a:extLst>
                </a:gridCol>
                <a:gridCol w="5106101">
                  <a:extLst>
                    <a:ext uri="{9D8B030D-6E8A-4147-A177-3AD203B41FA5}">
                      <a16:colId xmlns:a16="http://schemas.microsoft.com/office/drawing/2014/main" val="2670454704"/>
                    </a:ext>
                  </a:extLst>
                </a:gridCol>
              </a:tblGrid>
              <a:tr h="9578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u="none" dirty="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u="none" dirty="0">
                          <a:solidFill>
                            <a:schemeClr val="bg1"/>
                          </a:solidFill>
                        </a:rPr>
                        <a:t>INTRODUCTION</a:t>
                      </a:r>
                    </a:p>
                    <a:p>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u="none" dirty="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u="none" dirty="0">
                          <a:solidFill>
                            <a:schemeClr val="bg1"/>
                          </a:solidFill>
                        </a:rPr>
                        <a:t>TECHNOLOGIES USED</a:t>
                      </a:r>
                    </a:p>
                    <a:p>
                      <a:endParaRPr lang="en-IN" dirty="0"/>
                    </a:p>
                  </a:txBody>
                  <a:tcPr/>
                </a:tc>
                <a:extLst>
                  <a:ext uri="{0D108BD9-81ED-4DB2-BD59-A6C34878D82A}">
                    <a16:rowId xmlns:a16="http://schemas.microsoft.com/office/drawing/2014/main" val="2404848022"/>
                  </a:ext>
                </a:extLst>
              </a:tr>
              <a:tr h="2530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Traffic congestion has become a major issue in urban areas due to the increasing number of vehicles on roads. Most traditional traffic signal systems operate on fixed time intervals, regardless of the actual traffic density at an intersection. This often leads to unnecessary waiting time, fuel wastage, and increased pollution.</a:t>
                      </a:r>
                      <a:endParaRPr lang="en-IN" dirty="0"/>
                    </a:p>
                  </a:txBody>
                  <a:tcPr/>
                </a:tc>
                <a:tc>
                  <a:txBody>
                    <a:bodyPr/>
                    <a:lstStyle/>
                    <a:p>
                      <a:pPr marL="285750" lvl="0" indent="-285750" eaLnBrk="0" fontAlgn="base" hangingPunct="0">
                        <a:lnSpc>
                          <a:spcPct val="100000"/>
                        </a:lnSpc>
                        <a:spcBef>
                          <a:spcPct val="0"/>
                        </a:spcBef>
                        <a:spcAft>
                          <a:spcPct val="0"/>
                        </a:spcAft>
                        <a:buClrTx/>
                        <a:buSzTx/>
                        <a:buFont typeface="Wingdings" panose="05000000000000000000" pitchFamily="2" charset="2"/>
                        <a:buChar char="§"/>
                      </a:pPr>
                      <a:r>
                        <a:rPr lang="en-US" altLang="en-US" dirty="0"/>
                        <a:t>C Programming Language</a:t>
                      </a:r>
                    </a:p>
                    <a:p>
                      <a:pPr marL="285750" lvl="0" indent="-285750" eaLnBrk="0" fontAlgn="base" hangingPunct="0">
                        <a:lnSpc>
                          <a:spcPct val="100000"/>
                        </a:lnSpc>
                        <a:spcBef>
                          <a:spcPct val="0"/>
                        </a:spcBef>
                        <a:spcAft>
                          <a:spcPct val="0"/>
                        </a:spcAft>
                        <a:buClrTx/>
                        <a:buSzTx/>
                        <a:buFont typeface="Wingdings" panose="05000000000000000000" pitchFamily="2" charset="2"/>
                        <a:buChar char="§"/>
                      </a:pPr>
                      <a:r>
                        <a:rPr lang="en-US" altLang="en-US" dirty="0"/>
                        <a:t>GCC / Turbo C Compiler</a:t>
                      </a:r>
                    </a:p>
                    <a:p>
                      <a:pPr marL="285750" lvl="0" indent="-285750" eaLnBrk="0" fontAlgn="base" hangingPunct="0">
                        <a:lnSpc>
                          <a:spcPct val="100000"/>
                        </a:lnSpc>
                        <a:spcBef>
                          <a:spcPct val="0"/>
                        </a:spcBef>
                        <a:spcAft>
                          <a:spcPct val="0"/>
                        </a:spcAft>
                        <a:buClrTx/>
                        <a:buSzTx/>
                        <a:buFont typeface="Wingdings" panose="05000000000000000000" pitchFamily="2" charset="2"/>
                        <a:buChar char="§"/>
                      </a:pPr>
                      <a:r>
                        <a:rPr lang="en-US" altLang="en-US" dirty="0"/>
                        <a:t>Libraries: </a:t>
                      </a:r>
                      <a:r>
                        <a:rPr lang="en-US" altLang="en-US" dirty="0" err="1"/>
                        <a:t>i</a:t>
                      </a:r>
                      <a:r>
                        <a:rPr lang="en-US" altLang="en-US" dirty="0"/>
                        <a:t>) </a:t>
                      </a:r>
                      <a:r>
                        <a:rPr lang="en-US" altLang="en-US" dirty="0" err="1"/>
                        <a:t>stdio.h</a:t>
                      </a:r>
                      <a:endParaRPr lang="en-US" altLang="en-US" dirty="0"/>
                    </a:p>
                    <a:p>
                      <a:pPr marL="0" lvl="0" indent="0" eaLnBrk="0" fontAlgn="base" hangingPunct="0">
                        <a:lnSpc>
                          <a:spcPct val="100000"/>
                        </a:lnSpc>
                        <a:spcBef>
                          <a:spcPct val="0"/>
                        </a:spcBef>
                        <a:spcAft>
                          <a:spcPct val="0"/>
                        </a:spcAft>
                        <a:buClrTx/>
                        <a:buSzTx/>
                        <a:buFont typeface="Wingdings" panose="05000000000000000000" pitchFamily="2" charset="2"/>
                        <a:buNone/>
                      </a:pPr>
                      <a:r>
                        <a:rPr lang="en-US" altLang="en-US" dirty="0"/>
                        <a:t>                       ii) </a:t>
                      </a:r>
                      <a:r>
                        <a:rPr lang="en-US" altLang="en-US" dirty="0" err="1"/>
                        <a:t>stdlib.h</a:t>
                      </a:r>
                      <a:endParaRPr lang="en-US" altLang="en-US" dirty="0"/>
                    </a:p>
                    <a:p>
                      <a:pPr marL="0" lvl="0" indent="0" eaLnBrk="0" fontAlgn="base" hangingPunct="0">
                        <a:lnSpc>
                          <a:spcPct val="100000"/>
                        </a:lnSpc>
                        <a:spcBef>
                          <a:spcPct val="0"/>
                        </a:spcBef>
                        <a:spcAft>
                          <a:spcPct val="0"/>
                        </a:spcAft>
                        <a:buClrTx/>
                        <a:buSzTx/>
                        <a:buFont typeface="Wingdings" panose="05000000000000000000" pitchFamily="2" charset="2"/>
                        <a:buNone/>
                      </a:pPr>
                      <a:r>
                        <a:rPr lang="en-US" altLang="en-US" dirty="0"/>
                        <a:t>                      iii) </a:t>
                      </a:r>
                      <a:r>
                        <a:rPr lang="en-US" altLang="en-US" dirty="0" err="1"/>
                        <a:t>string.h</a:t>
                      </a:r>
                      <a:endParaRPr lang="en-US" altLang="en-US" dirty="0"/>
                    </a:p>
                    <a:p>
                      <a:pPr marL="285750" lvl="0" indent="-285750" eaLnBrk="0" fontAlgn="base" hangingPunct="0">
                        <a:lnSpc>
                          <a:spcPct val="100000"/>
                        </a:lnSpc>
                        <a:spcBef>
                          <a:spcPct val="0"/>
                        </a:spcBef>
                        <a:spcAft>
                          <a:spcPct val="0"/>
                        </a:spcAft>
                        <a:buClrTx/>
                        <a:buSzTx/>
                        <a:buFont typeface="Wingdings" panose="05000000000000000000" pitchFamily="2" charset="2"/>
                        <a:buChar char="§"/>
                      </a:pPr>
                      <a:r>
                        <a:rPr lang="en-US" altLang="en-US" dirty="0"/>
                        <a:t>Console-based simulation</a:t>
                      </a:r>
                    </a:p>
                    <a:p>
                      <a:endParaRPr lang="en-IN" dirty="0"/>
                    </a:p>
                  </a:txBody>
                  <a:tcPr/>
                </a:tc>
                <a:extLst>
                  <a:ext uri="{0D108BD9-81ED-4DB2-BD59-A6C34878D82A}">
                    <a16:rowId xmlns:a16="http://schemas.microsoft.com/office/drawing/2014/main" val="1870202650"/>
                  </a:ext>
                </a:extLst>
              </a:tr>
            </a:tbl>
          </a:graphicData>
        </a:graphic>
      </p:graphicFrame>
    </p:spTree>
    <p:extLst>
      <p:ext uri="{BB962C8B-B14F-4D97-AF65-F5344CB8AC3E}">
        <p14:creationId xmlns:p14="http://schemas.microsoft.com/office/powerpoint/2010/main" val="356208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15633-C4D6-DDE8-BAD2-B2030E2AB3BB}"/>
              </a:ext>
            </a:extLst>
          </p:cNvPr>
          <p:cNvSpPr>
            <a:spLocks noGrp="1"/>
          </p:cNvSpPr>
          <p:nvPr>
            <p:ph type="title"/>
          </p:nvPr>
        </p:nvSpPr>
        <p:spPr/>
        <p:txBody>
          <a:bodyPr/>
          <a:lstStyle/>
          <a:p>
            <a:r>
              <a:rPr lang="en-US" dirty="0" err="1"/>
              <a:t>ProBlem</a:t>
            </a:r>
            <a:r>
              <a:rPr lang="en-US" dirty="0"/>
              <a:t> statement and objectives</a:t>
            </a:r>
            <a:endParaRPr lang="en-IN" dirty="0"/>
          </a:p>
        </p:txBody>
      </p:sp>
      <p:sp>
        <p:nvSpPr>
          <p:cNvPr id="3" name="Content Placeholder 2">
            <a:extLst>
              <a:ext uri="{FF2B5EF4-FFF2-40B4-BE49-F238E27FC236}">
                <a16:creationId xmlns:a16="http://schemas.microsoft.com/office/drawing/2014/main" id="{88C1B646-268B-2577-E1D6-43113935BD39}"/>
              </a:ext>
            </a:extLst>
          </p:cNvPr>
          <p:cNvSpPr>
            <a:spLocks noGrp="1"/>
          </p:cNvSpPr>
          <p:nvPr>
            <p:ph sz="half" idx="1"/>
          </p:nvPr>
        </p:nvSpPr>
        <p:spPr>
          <a:xfrm>
            <a:off x="-1240733" y="5537528"/>
            <a:ext cx="719623" cy="528975"/>
          </a:xfrm>
        </p:spPr>
        <p:txBody>
          <a:bodyPr/>
          <a:lstStyle/>
          <a:p>
            <a:pPr marL="0" indent="0" algn="ctr">
              <a:buNone/>
            </a:pPr>
            <a:endParaRPr lang="en-IN" dirty="0"/>
          </a:p>
        </p:txBody>
      </p:sp>
      <p:sp>
        <p:nvSpPr>
          <p:cNvPr id="4" name="Content Placeholder 3">
            <a:extLst>
              <a:ext uri="{FF2B5EF4-FFF2-40B4-BE49-F238E27FC236}">
                <a16:creationId xmlns:a16="http://schemas.microsoft.com/office/drawing/2014/main" id="{C865CBFF-A0D4-7F2F-1032-E9579A4DD403}"/>
              </a:ext>
            </a:extLst>
          </p:cNvPr>
          <p:cNvSpPr>
            <a:spLocks noGrp="1"/>
          </p:cNvSpPr>
          <p:nvPr>
            <p:ph sz="half" idx="2"/>
          </p:nvPr>
        </p:nvSpPr>
        <p:spPr>
          <a:xfrm>
            <a:off x="-1084598" y="4001728"/>
            <a:ext cx="719624" cy="725129"/>
          </a:xfrm>
        </p:spPr>
        <p:txBody>
          <a:bodyPr/>
          <a:lstStyle/>
          <a:p>
            <a:pPr marL="0" indent="0" algn="ctr">
              <a:buNone/>
            </a:pPr>
            <a:endParaRPr lang="en-US" b="1" u="sng" dirty="0"/>
          </a:p>
        </p:txBody>
      </p:sp>
      <p:graphicFrame>
        <p:nvGraphicFramePr>
          <p:cNvPr id="5" name="Table 4">
            <a:extLst>
              <a:ext uri="{FF2B5EF4-FFF2-40B4-BE49-F238E27FC236}">
                <a16:creationId xmlns:a16="http://schemas.microsoft.com/office/drawing/2014/main" id="{CD84EBF3-E16A-EE3D-3FB5-146DB1CF41FC}"/>
              </a:ext>
            </a:extLst>
          </p:cNvPr>
          <p:cNvGraphicFramePr>
            <a:graphicFrameLocks noGrp="1"/>
          </p:cNvGraphicFramePr>
          <p:nvPr>
            <p:extLst>
              <p:ext uri="{D42A27DB-BD31-4B8C-83A1-F6EECF244321}">
                <p14:modId xmlns:p14="http://schemas.microsoft.com/office/powerpoint/2010/main" val="2377775024"/>
              </p:ext>
            </p:extLst>
          </p:nvPr>
        </p:nvGraphicFramePr>
        <p:xfrm>
          <a:off x="863370" y="2002333"/>
          <a:ext cx="10186219" cy="4251966"/>
        </p:xfrm>
        <a:graphic>
          <a:graphicData uri="http://schemas.openxmlformats.org/drawingml/2006/table">
            <a:tbl>
              <a:tblPr firstRow="1" bandRow="1">
                <a:tableStyleId>{5C22544A-7EE6-4342-B048-85BDC9FD1C3A}</a:tableStyleId>
              </a:tblPr>
              <a:tblGrid>
                <a:gridCol w="4805642">
                  <a:extLst>
                    <a:ext uri="{9D8B030D-6E8A-4147-A177-3AD203B41FA5}">
                      <a16:colId xmlns:a16="http://schemas.microsoft.com/office/drawing/2014/main" val="132317150"/>
                    </a:ext>
                  </a:extLst>
                </a:gridCol>
                <a:gridCol w="5380577">
                  <a:extLst>
                    <a:ext uri="{9D8B030D-6E8A-4147-A177-3AD203B41FA5}">
                      <a16:colId xmlns:a16="http://schemas.microsoft.com/office/drawing/2014/main" val="1848768283"/>
                    </a:ext>
                  </a:extLst>
                </a:gridCol>
              </a:tblGrid>
              <a:tr h="8686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u="sng"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b="1" u="none" dirty="0"/>
                        <a:t>What’s the problem?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u="sng"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b="1" u="none" dirty="0"/>
                        <a:t>What’s the objective?</a:t>
                      </a:r>
                    </a:p>
                  </a:txBody>
                  <a:tcPr/>
                </a:tc>
                <a:extLst>
                  <a:ext uri="{0D108BD9-81ED-4DB2-BD59-A6C34878D82A}">
                    <a16:rowId xmlns:a16="http://schemas.microsoft.com/office/drawing/2014/main" val="806269253"/>
                  </a:ext>
                </a:extLst>
              </a:tr>
              <a:tr h="2445474">
                <a:tc>
                  <a:txBody>
                    <a:bodyPr/>
                    <a:lstStyle/>
                    <a:p>
                      <a:r>
                        <a:rPr lang="en-US" dirty="0"/>
                        <a:t>Conventional traffic signal systems suffer from several limitations:</a:t>
                      </a:r>
                    </a:p>
                    <a:p>
                      <a:pPr marL="285750" indent="-285750">
                        <a:buFont typeface="Wingdings" panose="05000000000000000000" pitchFamily="2" charset="2"/>
                        <a:buChar char="§"/>
                      </a:pPr>
                      <a:r>
                        <a:rPr lang="en-US" dirty="0"/>
                        <a:t>Fixed signal timing doesn’t consider real-time traffic conditions.</a:t>
                      </a:r>
                    </a:p>
                    <a:p>
                      <a:pPr marL="285750" indent="-285750">
                        <a:buFont typeface="Wingdings" panose="05000000000000000000" pitchFamily="2" charset="2"/>
                        <a:buChar char="§"/>
                      </a:pPr>
                      <a:r>
                        <a:rPr lang="en-US" dirty="0"/>
                        <a:t>Unnecessary long green signals for roads with fewer vehicles.</a:t>
                      </a:r>
                    </a:p>
                    <a:p>
                      <a:pPr marL="285750" indent="-285750">
                        <a:buFont typeface="Wingdings" panose="05000000000000000000" pitchFamily="2" charset="2"/>
                        <a:buChar char="§"/>
                      </a:pPr>
                      <a:r>
                        <a:rPr lang="en-US" dirty="0"/>
                        <a:t>Traffic congestion on roads.</a:t>
                      </a:r>
                    </a:p>
                    <a:p>
                      <a:pPr marL="285750" indent="-285750">
                        <a:buFont typeface="Wingdings" panose="05000000000000000000" pitchFamily="2" charset="2"/>
                        <a:buChar char="§"/>
                      </a:pPr>
                      <a:r>
                        <a:rPr lang="en-US" dirty="0"/>
                        <a:t>No special priority for emergency vehicles.</a:t>
                      </a:r>
                    </a:p>
                    <a:p>
                      <a:pPr marL="285750" indent="-285750">
                        <a:buFont typeface="Wingdings" panose="05000000000000000000" pitchFamily="2" charset="2"/>
                        <a:buChar char="§"/>
                      </a:pPr>
                      <a:r>
                        <a:rPr lang="en-US" dirty="0"/>
                        <a:t>Traffic imbalance leads to delays, fuel wastage, and frustration.</a:t>
                      </a:r>
                    </a:p>
                    <a:p>
                      <a:endParaRPr lang="en-IN" dirty="0"/>
                    </a:p>
                  </a:txBody>
                  <a:tcPr/>
                </a:tc>
                <a:tc>
                  <a:txBody>
                    <a:bodyPr/>
                    <a:lstStyle/>
                    <a:p>
                      <a:pPr marL="285750" indent="-285750">
                        <a:buFont typeface="Wingdings" panose="05000000000000000000" pitchFamily="2" charset="2"/>
                        <a:buChar char="§"/>
                      </a:pPr>
                      <a:r>
                        <a:rPr lang="en-US" dirty="0"/>
                        <a:t>To design and implement a smart traffic signal simulation using C programming.</a:t>
                      </a:r>
                    </a:p>
                    <a:p>
                      <a:pPr marL="285750" indent="-285750">
                        <a:buFont typeface="Wingdings" panose="05000000000000000000" pitchFamily="2" charset="2"/>
                        <a:buChar char="§"/>
                      </a:pPr>
                      <a:r>
                        <a:rPr lang="en-US" dirty="0"/>
                        <a:t>To dynamically allocate green signal time based on traffic density.</a:t>
                      </a:r>
                    </a:p>
                    <a:p>
                      <a:pPr marL="285750" indent="-285750">
                        <a:buFont typeface="Wingdings" panose="05000000000000000000" pitchFamily="2" charset="2"/>
                        <a:buChar char="§"/>
                      </a:pPr>
                      <a:r>
                        <a:rPr lang="en-US" dirty="0"/>
                        <a:t>To prioritize emergency vehicles by giving them immediate green signal.</a:t>
                      </a:r>
                    </a:p>
                    <a:p>
                      <a:pPr marL="285750" indent="-285750">
                        <a:buFont typeface="Wingdings" panose="05000000000000000000" pitchFamily="2" charset="2"/>
                        <a:buChar char="§"/>
                      </a:pPr>
                      <a:r>
                        <a:rPr lang="en-US" dirty="0"/>
                        <a:t>To simulate real-world traffic decision-making using simple logic.</a:t>
                      </a:r>
                    </a:p>
                    <a:p>
                      <a:pPr marL="285750" indent="-285750">
                        <a:buFont typeface="Wingdings" panose="05000000000000000000" pitchFamily="2" charset="2"/>
                        <a:buChar char="§"/>
                      </a:pPr>
                      <a:endParaRPr lang="en-IN" dirty="0"/>
                    </a:p>
                  </a:txBody>
                  <a:tcPr/>
                </a:tc>
                <a:extLst>
                  <a:ext uri="{0D108BD9-81ED-4DB2-BD59-A6C34878D82A}">
                    <a16:rowId xmlns:a16="http://schemas.microsoft.com/office/drawing/2014/main" val="251623639"/>
                  </a:ext>
                </a:extLst>
              </a:tr>
            </a:tbl>
          </a:graphicData>
        </a:graphic>
      </p:graphicFrame>
    </p:spTree>
    <p:extLst>
      <p:ext uri="{BB962C8B-B14F-4D97-AF65-F5344CB8AC3E}">
        <p14:creationId xmlns:p14="http://schemas.microsoft.com/office/powerpoint/2010/main" val="1049477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BD79F-5FC1-B094-EF71-080BF670EF21}"/>
              </a:ext>
            </a:extLst>
          </p:cNvPr>
          <p:cNvSpPr>
            <a:spLocks noGrp="1"/>
          </p:cNvSpPr>
          <p:nvPr>
            <p:ph type="title"/>
          </p:nvPr>
        </p:nvSpPr>
        <p:spPr>
          <a:xfrm>
            <a:off x="-1661651" y="3687097"/>
            <a:ext cx="49161" cy="117988"/>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71CAA7EA-77F0-5AF7-4E5A-CF792C2EA00C}"/>
              </a:ext>
            </a:extLst>
          </p:cNvPr>
          <p:cNvSpPr>
            <a:spLocks noGrp="1"/>
          </p:cNvSpPr>
          <p:nvPr>
            <p:ph sz="half" idx="1"/>
          </p:nvPr>
        </p:nvSpPr>
        <p:spPr>
          <a:xfrm>
            <a:off x="619431" y="199201"/>
            <a:ext cx="5496234" cy="6329418"/>
          </a:xfrm>
        </p:spPr>
        <p:txBody>
          <a:bodyPr>
            <a:normAutofit/>
          </a:bodyPr>
          <a:lstStyle/>
          <a:p>
            <a:pPr marL="0" indent="0" algn="ctr">
              <a:buNone/>
            </a:pPr>
            <a:r>
              <a:rPr lang="en-US" sz="3200" b="1" u="sng" dirty="0">
                <a:solidFill>
                  <a:srgbClr val="C00000"/>
                </a:solidFill>
              </a:rPr>
              <a:t>ALGORITHM</a:t>
            </a:r>
          </a:p>
          <a:p>
            <a:pPr marL="0" indent="0" algn="ctr">
              <a:buNone/>
            </a:pPr>
            <a:endParaRPr lang="en-US" b="1" u="sng" dirty="0"/>
          </a:p>
          <a:p>
            <a:pPr marL="0" indent="0">
              <a:buNone/>
            </a:pPr>
            <a:r>
              <a:rPr lang="en-US" b="1" dirty="0"/>
              <a:t>Step 1</a:t>
            </a:r>
            <a:r>
              <a:rPr lang="en-US" dirty="0"/>
              <a:t>: Start the program</a:t>
            </a:r>
          </a:p>
          <a:p>
            <a:pPr marL="0" indent="0">
              <a:buNone/>
            </a:pPr>
            <a:r>
              <a:rPr lang="en-IN" b="1" dirty="0"/>
              <a:t>Step 2:</a:t>
            </a:r>
            <a:r>
              <a:rPr lang="en-IN" dirty="0"/>
              <a:t> Initialize roads</a:t>
            </a:r>
          </a:p>
          <a:p>
            <a:pPr marL="0" indent="0">
              <a:buNone/>
            </a:pPr>
            <a:r>
              <a:rPr lang="en-IN" b="1" dirty="0"/>
              <a:t>Step 3:</a:t>
            </a:r>
            <a:r>
              <a:rPr lang="en-IN" dirty="0"/>
              <a:t> Begin infinite loop</a:t>
            </a:r>
          </a:p>
          <a:p>
            <a:pPr marL="0" indent="0">
              <a:buNone/>
            </a:pPr>
            <a:r>
              <a:rPr lang="en-IN" b="1" dirty="0"/>
              <a:t>Step 4:</a:t>
            </a:r>
            <a:r>
              <a:rPr lang="en-IN" dirty="0"/>
              <a:t> Take input</a:t>
            </a:r>
          </a:p>
          <a:p>
            <a:pPr marL="0" indent="0">
              <a:buNone/>
            </a:pPr>
            <a:r>
              <a:rPr lang="en-US" b="1" dirty="0"/>
              <a:t>Step 5:</a:t>
            </a:r>
            <a:r>
              <a:rPr lang="en-US" dirty="0"/>
              <a:t> Check for emergency vehicle</a:t>
            </a:r>
          </a:p>
          <a:p>
            <a:pPr marL="0" indent="0">
              <a:buNone/>
            </a:pPr>
            <a:r>
              <a:rPr lang="en-US" b="1" dirty="0"/>
              <a:t>Step 6:</a:t>
            </a:r>
            <a:r>
              <a:rPr lang="en-US" dirty="0"/>
              <a:t> Find maximum traffic</a:t>
            </a:r>
          </a:p>
          <a:p>
            <a:pPr marL="0" indent="0">
              <a:buNone/>
            </a:pPr>
            <a:r>
              <a:rPr lang="en-US" b="1" dirty="0"/>
              <a:t>Step 7:</a:t>
            </a:r>
            <a:r>
              <a:rPr lang="en-US" dirty="0"/>
              <a:t> Assign time based on traffic</a:t>
            </a:r>
          </a:p>
          <a:p>
            <a:pPr marL="0" indent="0">
              <a:buNone/>
            </a:pPr>
            <a:r>
              <a:rPr lang="en-US" b="1" dirty="0"/>
              <a:t>Step 8:</a:t>
            </a:r>
            <a:r>
              <a:rPr lang="en-US" dirty="0"/>
              <a:t> Display signal status</a:t>
            </a:r>
          </a:p>
          <a:p>
            <a:pPr marL="0" indent="0">
              <a:buNone/>
            </a:pPr>
            <a:r>
              <a:rPr lang="en-US" b="1" dirty="0"/>
              <a:t>Step 9:</a:t>
            </a:r>
            <a:r>
              <a:rPr lang="en-US" dirty="0"/>
              <a:t> Repeat or exit</a:t>
            </a:r>
            <a:endParaRPr lang="en-US" b="1" dirty="0"/>
          </a:p>
          <a:p>
            <a:pPr marL="0" indent="0" algn="ctr">
              <a:buNone/>
            </a:pPr>
            <a:endParaRPr lang="en-IN" b="1" u="sng" dirty="0"/>
          </a:p>
        </p:txBody>
      </p:sp>
      <p:sp>
        <p:nvSpPr>
          <p:cNvPr id="4" name="Content Placeholder 3">
            <a:extLst>
              <a:ext uri="{FF2B5EF4-FFF2-40B4-BE49-F238E27FC236}">
                <a16:creationId xmlns:a16="http://schemas.microsoft.com/office/drawing/2014/main" id="{9D4D6182-EB24-D90D-A478-4065C33738AC}"/>
              </a:ext>
            </a:extLst>
          </p:cNvPr>
          <p:cNvSpPr>
            <a:spLocks noGrp="1"/>
          </p:cNvSpPr>
          <p:nvPr>
            <p:ph sz="half" idx="2"/>
          </p:nvPr>
        </p:nvSpPr>
        <p:spPr>
          <a:xfrm>
            <a:off x="5663380" y="199201"/>
            <a:ext cx="6233652" cy="6746995"/>
          </a:xfrm>
        </p:spPr>
        <p:txBody>
          <a:bodyPr>
            <a:normAutofit/>
          </a:bodyPr>
          <a:lstStyle/>
          <a:p>
            <a:pPr marL="0" indent="0" algn="ctr">
              <a:buNone/>
            </a:pPr>
            <a:r>
              <a:rPr lang="en-US" sz="3200" b="1" u="sng" dirty="0">
                <a:solidFill>
                  <a:srgbClr val="00B050"/>
                </a:solidFill>
              </a:rPr>
              <a:t>FLOWCHART</a:t>
            </a:r>
            <a:endParaRPr lang="en-IN" sz="3200" b="1" u="sng" dirty="0">
              <a:solidFill>
                <a:srgbClr val="00B050"/>
              </a:solidFill>
            </a:endParaRPr>
          </a:p>
        </p:txBody>
      </p:sp>
      <p:pic>
        <p:nvPicPr>
          <p:cNvPr id="6" name="Picture 5">
            <a:extLst>
              <a:ext uri="{FF2B5EF4-FFF2-40B4-BE49-F238E27FC236}">
                <a16:creationId xmlns:a16="http://schemas.microsoft.com/office/drawing/2014/main" id="{D9BB9579-0C23-6ED5-805D-2B915DB739EC}"/>
              </a:ext>
            </a:extLst>
          </p:cNvPr>
          <p:cNvPicPr>
            <a:picLocks noChangeAspect="1"/>
          </p:cNvPicPr>
          <p:nvPr/>
        </p:nvPicPr>
        <p:blipFill>
          <a:blip r:embed="rId2"/>
          <a:stretch>
            <a:fillRect/>
          </a:stretch>
        </p:blipFill>
        <p:spPr>
          <a:xfrm>
            <a:off x="7074310" y="719721"/>
            <a:ext cx="3411792" cy="5934751"/>
          </a:xfrm>
          <a:prstGeom prst="rect">
            <a:avLst/>
          </a:prstGeom>
        </p:spPr>
      </p:pic>
    </p:spTree>
    <p:extLst>
      <p:ext uri="{BB962C8B-B14F-4D97-AF65-F5344CB8AC3E}">
        <p14:creationId xmlns:p14="http://schemas.microsoft.com/office/powerpoint/2010/main" val="209695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94AB0-BBE6-C5DD-D31B-D9033D432D25}"/>
              </a:ext>
            </a:extLst>
          </p:cNvPr>
          <p:cNvSpPr>
            <a:spLocks noGrp="1"/>
          </p:cNvSpPr>
          <p:nvPr>
            <p:ph type="title"/>
          </p:nvPr>
        </p:nvSpPr>
        <p:spPr>
          <a:xfrm>
            <a:off x="1066800" y="0"/>
            <a:ext cx="10058400" cy="1609344"/>
          </a:xfrm>
        </p:spPr>
        <p:txBody>
          <a:bodyPr/>
          <a:lstStyle/>
          <a:p>
            <a:r>
              <a:rPr lang="en-US" dirty="0"/>
              <a:t>Structure used</a:t>
            </a:r>
            <a:endParaRPr lang="en-IN" dirty="0"/>
          </a:p>
        </p:txBody>
      </p:sp>
      <p:pic>
        <p:nvPicPr>
          <p:cNvPr id="4" name="Picture 3">
            <a:extLst>
              <a:ext uri="{FF2B5EF4-FFF2-40B4-BE49-F238E27FC236}">
                <a16:creationId xmlns:a16="http://schemas.microsoft.com/office/drawing/2014/main" id="{8CF6BA06-4117-DDE0-0B5C-4B1F9839F582}"/>
              </a:ext>
            </a:extLst>
          </p:cNvPr>
          <p:cNvPicPr>
            <a:picLocks noChangeAspect="1"/>
          </p:cNvPicPr>
          <p:nvPr/>
        </p:nvPicPr>
        <p:blipFill>
          <a:blip r:embed="rId2"/>
          <a:stretch>
            <a:fillRect/>
          </a:stretch>
        </p:blipFill>
        <p:spPr>
          <a:xfrm>
            <a:off x="1066800" y="1288283"/>
            <a:ext cx="9097645" cy="2924583"/>
          </a:xfrm>
          <a:prstGeom prst="rect">
            <a:avLst/>
          </a:prstGeom>
        </p:spPr>
      </p:pic>
      <p:sp>
        <p:nvSpPr>
          <p:cNvPr id="5" name="TextBox 4">
            <a:extLst>
              <a:ext uri="{FF2B5EF4-FFF2-40B4-BE49-F238E27FC236}">
                <a16:creationId xmlns:a16="http://schemas.microsoft.com/office/drawing/2014/main" id="{444C09F5-A066-5075-658C-009BE9F3D300}"/>
              </a:ext>
            </a:extLst>
          </p:cNvPr>
          <p:cNvSpPr txBox="1"/>
          <p:nvPr/>
        </p:nvSpPr>
        <p:spPr>
          <a:xfrm>
            <a:off x="904568" y="4494214"/>
            <a:ext cx="10670810" cy="1754326"/>
          </a:xfrm>
          <a:prstGeom prst="rect">
            <a:avLst/>
          </a:prstGeom>
          <a:noFill/>
        </p:spPr>
        <p:txBody>
          <a:bodyPr wrap="square" rtlCol="0">
            <a:spAutoFit/>
          </a:bodyPr>
          <a:lstStyle/>
          <a:p>
            <a:pPr lvl="0"/>
            <a:r>
              <a:rPr lang="en-IN" dirty="0"/>
              <a:t>We include </a:t>
            </a:r>
            <a:r>
              <a:rPr lang="en-IN" b="1" dirty="0" err="1"/>
              <a:t>stdio.h</a:t>
            </a:r>
            <a:r>
              <a:rPr lang="en-IN" dirty="0"/>
              <a:t> for printing, </a:t>
            </a:r>
            <a:r>
              <a:rPr lang="en-IN" b="1" dirty="0" err="1"/>
              <a:t>stdlib.h</a:t>
            </a:r>
            <a:r>
              <a:rPr lang="en-IN" dirty="0"/>
              <a:t> to clear the screen, and </a:t>
            </a:r>
            <a:r>
              <a:rPr lang="en-IN" b="1" dirty="0" err="1"/>
              <a:t>string.h</a:t>
            </a:r>
            <a:r>
              <a:rPr lang="en-IN" b="1" dirty="0"/>
              <a:t> </a:t>
            </a:r>
            <a:r>
              <a:rPr lang="en-IN" dirty="0"/>
              <a:t>to handle the road names.</a:t>
            </a:r>
          </a:p>
          <a:p>
            <a:pPr lvl="0"/>
            <a:endParaRPr lang="en-IN" dirty="0"/>
          </a:p>
          <a:p>
            <a:r>
              <a:rPr lang="en-US" dirty="0"/>
              <a:t>struct Road acts as a container to store road data.</a:t>
            </a:r>
          </a:p>
          <a:p>
            <a:r>
              <a:rPr lang="en-US" b="1" dirty="0"/>
              <a:t>name</a:t>
            </a:r>
            <a:r>
              <a:rPr lang="en-US" dirty="0"/>
              <a:t> → Road name</a:t>
            </a:r>
          </a:p>
          <a:p>
            <a:r>
              <a:rPr lang="en-US" b="1" dirty="0"/>
              <a:t>count</a:t>
            </a:r>
            <a:r>
              <a:rPr lang="en-US" dirty="0"/>
              <a:t> → Number of cars</a:t>
            </a:r>
          </a:p>
          <a:p>
            <a:r>
              <a:rPr lang="en-US" b="1" dirty="0"/>
              <a:t>emergency</a:t>
            </a:r>
            <a:r>
              <a:rPr lang="en-US" dirty="0"/>
              <a:t> → 1 if ambulance present, else 0</a:t>
            </a:r>
          </a:p>
        </p:txBody>
      </p:sp>
    </p:spTree>
    <p:extLst>
      <p:ext uri="{BB962C8B-B14F-4D97-AF65-F5344CB8AC3E}">
        <p14:creationId xmlns:p14="http://schemas.microsoft.com/office/powerpoint/2010/main" val="2483659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FD66-EC33-9D1C-CEE8-0F87028A42E0}"/>
              </a:ext>
            </a:extLst>
          </p:cNvPr>
          <p:cNvSpPr>
            <a:spLocks noGrp="1"/>
          </p:cNvSpPr>
          <p:nvPr>
            <p:ph type="title"/>
          </p:nvPr>
        </p:nvSpPr>
        <p:spPr>
          <a:xfrm>
            <a:off x="1022240" y="-186813"/>
            <a:ext cx="10058400" cy="1609344"/>
          </a:xfrm>
        </p:spPr>
        <p:txBody>
          <a:bodyPr/>
          <a:lstStyle/>
          <a:p>
            <a:r>
              <a:rPr lang="en-IN" dirty="0"/>
              <a:t>Main Function &amp; Road Initialization</a:t>
            </a:r>
          </a:p>
        </p:txBody>
      </p:sp>
      <p:pic>
        <p:nvPicPr>
          <p:cNvPr id="4" name="Picture 3">
            <a:extLst>
              <a:ext uri="{FF2B5EF4-FFF2-40B4-BE49-F238E27FC236}">
                <a16:creationId xmlns:a16="http://schemas.microsoft.com/office/drawing/2014/main" id="{49096BD2-441A-7612-3F2C-A1DFE7CAC3AC}"/>
              </a:ext>
            </a:extLst>
          </p:cNvPr>
          <p:cNvPicPr>
            <a:picLocks noChangeAspect="1"/>
          </p:cNvPicPr>
          <p:nvPr/>
        </p:nvPicPr>
        <p:blipFill>
          <a:blip r:embed="rId2"/>
          <a:stretch>
            <a:fillRect/>
          </a:stretch>
        </p:blipFill>
        <p:spPr>
          <a:xfrm>
            <a:off x="624691" y="1140542"/>
            <a:ext cx="4173452" cy="4812093"/>
          </a:xfrm>
          <a:prstGeom prst="rect">
            <a:avLst/>
          </a:prstGeom>
        </p:spPr>
      </p:pic>
      <p:pic>
        <p:nvPicPr>
          <p:cNvPr id="6" name="Picture 5">
            <a:extLst>
              <a:ext uri="{FF2B5EF4-FFF2-40B4-BE49-F238E27FC236}">
                <a16:creationId xmlns:a16="http://schemas.microsoft.com/office/drawing/2014/main" id="{2AE438A9-22CA-D28F-C4E0-E6AC24E6F501}"/>
              </a:ext>
            </a:extLst>
          </p:cNvPr>
          <p:cNvPicPr>
            <a:picLocks noChangeAspect="1"/>
          </p:cNvPicPr>
          <p:nvPr/>
        </p:nvPicPr>
        <p:blipFill>
          <a:blip r:embed="rId3"/>
          <a:stretch>
            <a:fillRect/>
          </a:stretch>
        </p:blipFill>
        <p:spPr>
          <a:xfrm>
            <a:off x="5107543" y="1140542"/>
            <a:ext cx="6017657" cy="2466812"/>
          </a:xfrm>
          <a:prstGeom prst="rect">
            <a:avLst/>
          </a:prstGeom>
        </p:spPr>
      </p:pic>
      <p:sp>
        <p:nvSpPr>
          <p:cNvPr id="7" name="TextBox 6">
            <a:extLst>
              <a:ext uri="{FF2B5EF4-FFF2-40B4-BE49-F238E27FC236}">
                <a16:creationId xmlns:a16="http://schemas.microsoft.com/office/drawing/2014/main" id="{953462AD-6266-4947-7AF8-A4C68466B81F}"/>
              </a:ext>
            </a:extLst>
          </p:cNvPr>
          <p:cNvSpPr txBox="1"/>
          <p:nvPr/>
        </p:nvSpPr>
        <p:spPr>
          <a:xfrm>
            <a:off x="5181601" y="3988721"/>
            <a:ext cx="6676103" cy="2308324"/>
          </a:xfrm>
          <a:prstGeom prst="rect">
            <a:avLst/>
          </a:prstGeom>
          <a:noFill/>
        </p:spPr>
        <p:txBody>
          <a:bodyPr wrap="square" rtlCol="0">
            <a:spAutoFit/>
          </a:bodyPr>
          <a:lstStyle/>
          <a:p>
            <a:r>
              <a:rPr lang="en-US" dirty="0"/>
              <a:t>Here, an array of 4 roads is created, </a:t>
            </a:r>
            <a:r>
              <a:rPr lang="en-US" dirty="0" err="1"/>
              <a:t>i.e</a:t>
            </a:r>
            <a:r>
              <a:rPr lang="en-US" dirty="0"/>
              <a:t> NORTH, EAST, SOUTH, WEST.</a:t>
            </a:r>
          </a:p>
          <a:p>
            <a:endParaRPr lang="en-US" dirty="0"/>
          </a:p>
          <a:p>
            <a:r>
              <a:rPr lang="en-US" dirty="0"/>
              <a:t>Names are assigned using </a:t>
            </a:r>
            <a:r>
              <a:rPr lang="en-US" dirty="0" err="1"/>
              <a:t>strcpy</a:t>
            </a:r>
            <a:r>
              <a:rPr lang="en-US" dirty="0"/>
              <a:t>(). </a:t>
            </a:r>
            <a:r>
              <a:rPr lang="en-IN" dirty="0"/>
              <a:t>This is because we can't use = for words in C.</a:t>
            </a:r>
          </a:p>
          <a:p>
            <a:endParaRPr lang="en-US" dirty="0"/>
          </a:p>
          <a:p>
            <a:r>
              <a:rPr lang="en-US" dirty="0"/>
              <a:t>while(1) creates a continuous running system. (infinite loop)</a:t>
            </a:r>
          </a:p>
          <a:p>
            <a:endParaRPr lang="en-IN" dirty="0"/>
          </a:p>
        </p:txBody>
      </p:sp>
    </p:spTree>
    <p:extLst>
      <p:ext uri="{BB962C8B-B14F-4D97-AF65-F5344CB8AC3E}">
        <p14:creationId xmlns:p14="http://schemas.microsoft.com/office/powerpoint/2010/main" val="322892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FCB5-FDF6-D3D1-B2D2-44A8627D0DD0}"/>
              </a:ext>
            </a:extLst>
          </p:cNvPr>
          <p:cNvSpPr>
            <a:spLocks noGrp="1"/>
          </p:cNvSpPr>
          <p:nvPr>
            <p:ph type="title"/>
          </p:nvPr>
        </p:nvSpPr>
        <p:spPr>
          <a:xfrm>
            <a:off x="1066800" y="-154466"/>
            <a:ext cx="9670026" cy="1875111"/>
          </a:xfrm>
        </p:spPr>
        <p:txBody>
          <a:bodyPr/>
          <a:lstStyle/>
          <a:p>
            <a:r>
              <a:rPr lang="en-US" dirty="0"/>
              <a:t>T</a:t>
            </a:r>
            <a:r>
              <a:rPr lang="en-IN" dirty="0" err="1"/>
              <a:t>aking</a:t>
            </a:r>
            <a:r>
              <a:rPr lang="en-IN" dirty="0"/>
              <a:t> input for vehicle count</a:t>
            </a:r>
          </a:p>
        </p:txBody>
      </p:sp>
      <p:pic>
        <p:nvPicPr>
          <p:cNvPr id="4" name="Picture 3">
            <a:extLst>
              <a:ext uri="{FF2B5EF4-FFF2-40B4-BE49-F238E27FC236}">
                <a16:creationId xmlns:a16="http://schemas.microsoft.com/office/drawing/2014/main" id="{C13F27BA-4961-F8E0-C1C6-21088112CC1F}"/>
              </a:ext>
            </a:extLst>
          </p:cNvPr>
          <p:cNvPicPr>
            <a:picLocks noChangeAspect="1"/>
          </p:cNvPicPr>
          <p:nvPr/>
        </p:nvPicPr>
        <p:blipFill>
          <a:blip r:embed="rId2"/>
          <a:stretch>
            <a:fillRect/>
          </a:stretch>
        </p:blipFill>
        <p:spPr>
          <a:xfrm>
            <a:off x="354747" y="1573161"/>
            <a:ext cx="7736508" cy="4650659"/>
          </a:xfrm>
          <a:prstGeom prst="rect">
            <a:avLst/>
          </a:prstGeom>
        </p:spPr>
      </p:pic>
      <p:sp>
        <p:nvSpPr>
          <p:cNvPr id="5" name="TextBox 4">
            <a:extLst>
              <a:ext uri="{FF2B5EF4-FFF2-40B4-BE49-F238E27FC236}">
                <a16:creationId xmlns:a16="http://schemas.microsoft.com/office/drawing/2014/main" id="{5BB06035-A203-DE5B-5E45-92D4A4866592}"/>
              </a:ext>
            </a:extLst>
          </p:cNvPr>
          <p:cNvSpPr txBox="1"/>
          <p:nvPr/>
        </p:nvSpPr>
        <p:spPr>
          <a:xfrm>
            <a:off x="8406581" y="2541071"/>
            <a:ext cx="3539614" cy="2862322"/>
          </a:xfrm>
          <a:prstGeom prst="rect">
            <a:avLst/>
          </a:prstGeom>
          <a:noFill/>
        </p:spPr>
        <p:txBody>
          <a:bodyPr wrap="square" rtlCol="0">
            <a:spAutoFit/>
          </a:bodyPr>
          <a:lstStyle/>
          <a:p>
            <a:r>
              <a:rPr lang="en-US" dirty="0"/>
              <a:t>A for loop is used here. (runs 4 times).</a:t>
            </a:r>
          </a:p>
          <a:p>
            <a:endParaRPr lang="en-US" dirty="0"/>
          </a:p>
          <a:p>
            <a:r>
              <a:rPr lang="en-US" dirty="0"/>
              <a:t>We take the car count and</a:t>
            </a:r>
            <a:r>
              <a:rPr lang="en-US" b="1" dirty="0"/>
              <a:t> </a:t>
            </a:r>
            <a:r>
              <a:rPr lang="en-US" dirty="0"/>
              <a:t>emergency status.</a:t>
            </a:r>
          </a:p>
          <a:p>
            <a:endParaRPr lang="en-US" dirty="0"/>
          </a:p>
          <a:p>
            <a:r>
              <a:rPr lang="en-US" dirty="0"/>
              <a:t>Incase a user enters a negative value, it gets corrected to 0. This ensures valid data input.</a:t>
            </a:r>
          </a:p>
          <a:p>
            <a:endParaRPr lang="en-IN" dirty="0"/>
          </a:p>
        </p:txBody>
      </p:sp>
    </p:spTree>
    <p:extLst>
      <p:ext uri="{BB962C8B-B14F-4D97-AF65-F5344CB8AC3E}">
        <p14:creationId xmlns:p14="http://schemas.microsoft.com/office/powerpoint/2010/main" val="4115035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D9EE-7B4C-05A7-3042-9939CD28BDA1}"/>
              </a:ext>
            </a:extLst>
          </p:cNvPr>
          <p:cNvSpPr>
            <a:spLocks noGrp="1"/>
          </p:cNvSpPr>
          <p:nvPr>
            <p:ph type="title"/>
          </p:nvPr>
        </p:nvSpPr>
        <p:spPr>
          <a:xfrm>
            <a:off x="1066800" y="-174129"/>
            <a:ext cx="10058400" cy="1609344"/>
          </a:xfrm>
        </p:spPr>
        <p:txBody>
          <a:bodyPr/>
          <a:lstStyle/>
          <a:p>
            <a:r>
              <a:rPr lang="en-IN" dirty="0"/>
              <a:t>Green Signal Logic (Core Logic)</a:t>
            </a:r>
          </a:p>
        </p:txBody>
      </p:sp>
      <p:pic>
        <p:nvPicPr>
          <p:cNvPr id="4" name="Picture 3">
            <a:extLst>
              <a:ext uri="{FF2B5EF4-FFF2-40B4-BE49-F238E27FC236}">
                <a16:creationId xmlns:a16="http://schemas.microsoft.com/office/drawing/2014/main" id="{B5D3B9CB-9824-2A53-4B91-652180F96B6E}"/>
              </a:ext>
            </a:extLst>
          </p:cNvPr>
          <p:cNvPicPr>
            <a:picLocks noChangeAspect="1"/>
          </p:cNvPicPr>
          <p:nvPr/>
        </p:nvPicPr>
        <p:blipFill>
          <a:blip r:embed="rId2"/>
          <a:stretch>
            <a:fillRect/>
          </a:stretch>
        </p:blipFill>
        <p:spPr>
          <a:xfrm>
            <a:off x="382947" y="1073638"/>
            <a:ext cx="7316221" cy="5477639"/>
          </a:xfrm>
          <a:prstGeom prst="rect">
            <a:avLst/>
          </a:prstGeom>
        </p:spPr>
      </p:pic>
      <p:sp>
        <p:nvSpPr>
          <p:cNvPr id="5" name="TextBox 4">
            <a:extLst>
              <a:ext uri="{FF2B5EF4-FFF2-40B4-BE49-F238E27FC236}">
                <a16:creationId xmlns:a16="http://schemas.microsoft.com/office/drawing/2014/main" id="{CA41B619-B1A5-F380-7F8A-E5A9301D9C5F}"/>
              </a:ext>
            </a:extLst>
          </p:cNvPr>
          <p:cNvSpPr txBox="1"/>
          <p:nvPr/>
        </p:nvSpPr>
        <p:spPr>
          <a:xfrm>
            <a:off x="7932428" y="2172928"/>
            <a:ext cx="4062925" cy="3139321"/>
          </a:xfrm>
          <a:prstGeom prst="rect">
            <a:avLst/>
          </a:prstGeom>
          <a:noFill/>
        </p:spPr>
        <p:txBody>
          <a:bodyPr wrap="square" rtlCol="0">
            <a:spAutoFit/>
          </a:bodyPr>
          <a:lstStyle/>
          <a:p>
            <a:r>
              <a:rPr lang="en-US" dirty="0"/>
              <a:t>This is the smartest part of the code.</a:t>
            </a:r>
          </a:p>
          <a:p>
            <a:endParaRPr lang="en-US" dirty="0"/>
          </a:p>
          <a:p>
            <a:r>
              <a:rPr lang="en-US" b="1" dirty="0"/>
              <a:t>Step 1: </a:t>
            </a:r>
            <a:r>
              <a:rPr lang="en-US" dirty="0"/>
              <a:t>We check emergency first. If an emergency vehicle is present on any road, it ignores the vehicle count on other roads. </a:t>
            </a:r>
          </a:p>
          <a:p>
            <a:endParaRPr lang="en-US" dirty="0"/>
          </a:p>
          <a:p>
            <a:r>
              <a:rPr lang="en-US" b="1" dirty="0"/>
              <a:t>Step 2: </a:t>
            </a:r>
            <a:r>
              <a:rPr lang="en-US" dirty="0"/>
              <a:t>If there is no emergency,  the road with maximum number of cars is chosen to give the green light to.</a:t>
            </a:r>
          </a:p>
          <a:p>
            <a:endParaRPr lang="en-IN" dirty="0"/>
          </a:p>
        </p:txBody>
      </p:sp>
    </p:spTree>
    <p:extLst>
      <p:ext uri="{BB962C8B-B14F-4D97-AF65-F5344CB8AC3E}">
        <p14:creationId xmlns:p14="http://schemas.microsoft.com/office/powerpoint/2010/main" val="1716362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485DB-A1F2-92A5-5E84-0438312D0017}"/>
              </a:ext>
            </a:extLst>
          </p:cNvPr>
          <p:cNvSpPr>
            <a:spLocks noGrp="1"/>
          </p:cNvSpPr>
          <p:nvPr>
            <p:ph type="title"/>
          </p:nvPr>
        </p:nvSpPr>
        <p:spPr>
          <a:xfrm>
            <a:off x="1066800" y="120543"/>
            <a:ext cx="10058400" cy="2032426"/>
          </a:xfrm>
        </p:spPr>
        <p:txBody>
          <a:bodyPr/>
          <a:lstStyle/>
          <a:p>
            <a:r>
              <a:rPr lang="en-IN" dirty="0"/>
              <a:t>Time Allocation Logic</a:t>
            </a:r>
          </a:p>
        </p:txBody>
      </p:sp>
      <p:pic>
        <p:nvPicPr>
          <p:cNvPr id="4" name="Picture 3">
            <a:extLst>
              <a:ext uri="{FF2B5EF4-FFF2-40B4-BE49-F238E27FC236}">
                <a16:creationId xmlns:a16="http://schemas.microsoft.com/office/drawing/2014/main" id="{536CF50C-59D9-0758-35C9-E3745C0BCF91}"/>
              </a:ext>
            </a:extLst>
          </p:cNvPr>
          <p:cNvPicPr>
            <a:picLocks noChangeAspect="1"/>
          </p:cNvPicPr>
          <p:nvPr/>
        </p:nvPicPr>
        <p:blipFill>
          <a:blip r:embed="rId2"/>
          <a:stretch>
            <a:fillRect/>
          </a:stretch>
        </p:blipFill>
        <p:spPr>
          <a:xfrm>
            <a:off x="774572" y="2291467"/>
            <a:ext cx="5193609" cy="2877259"/>
          </a:xfrm>
          <a:prstGeom prst="rect">
            <a:avLst/>
          </a:prstGeom>
        </p:spPr>
      </p:pic>
      <p:sp>
        <p:nvSpPr>
          <p:cNvPr id="6" name="TextBox 5">
            <a:extLst>
              <a:ext uri="{FF2B5EF4-FFF2-40B4-BE49-F238E27FC236}">
                <a16:creationId xmlns:a16="http://schemas.microsoft.com/office/drawing/2014/main" id="{18CC1DF7-ABAB-45CD-F9CB-91BF430E3F34}"/>
              </a:ext>
            </a:extLst>
          </p:cNvPr>
          <p:cNvSpPr txBox="1"/>
          <p:nvPr/>
        </p:nvSpPr>
        <p:spPr>
          <a:xfrm>
            <a:off x="6735096" y="2575935"/>
            <a:ext cx="4562168" cy="2308324"/>
          </a:xfrm>
          <a:prstGeom prst="rect">
            <a:avLst/>
          </a:prstGeom>
          <a:noFill/>
        </p:spPr>
        <p:txBody>
          <a:bodyPr wrap="square" rtlCol="0">
            <a:spAutoFit/>
          </a:bodyPr>
          <a:lstStyle/>
          <a:p>
            <a:pPr lvl="0"/>
            <a:r>
              <a:rPr lang="en-IN" dirty="0"/>
              <a:t>This is a simple logic to decide the green light duration.</a:t>
            </a:r>
          </a:p>
          <a:p>
            <a:pPr lvl="0"/>
            <a:endParaRPr lang="en-IN" dirty="0"/>
          </a:p>
          <a:p>
            <a:pPr lvl="0"/>
            <a:r>
              <a:rPr lang="en-IN" b="1" dirty="0"/>
              <a:t>Heavy Traffic (&gt;20 cars):</a:t>
            </a:r>
            <a:r>
              <a:rPr lang="en-IN" dirty="0"/>
              <a:t> 60 seconds</a:t>
            </a:r>
          </a:p>
          <a:p>
            <a:pPr lvl="0"/>
            <a:r>
              <a:rPr lang="en-IN" b="1" dirty="0"/>
              <a:t>Medium Traffic (10-20 cars):</a:t>
            </a:r>
            <a:r>
              <a:rPr lang="en-IN" dirty="0"/>
              <a:t> 40 seconds</a:t>
            </a:r>
          </a:p>
          <a:p>
            <a:pPr lvl="0"/>
            <a:r>
              <a:rPr lang="en-IN" b="1" dirty="0"/>
              <a:t>Light Traffic (&lt;10 cars):</a:t>
            </a:r>
            <a:r>
              <a:rPr lang="en-IN" dirty="0"/>
              <a:t> 20 seconds</a:t>
            </a:r>
          </a:p>
          <a:p>
            <a:endParaRPr lang="en-IN" dirty="0"/>
          </a:p>
        </p:txBody>
      </p:sp>
    </p:spTree>
    <p:extLst>
      <p:ext uri="{BB962C8B-B14F-4D97-AF65-F5344CB8AC3E}">
        <p14:creationId xmlns:p14="http://schemas.microsoft.com/office/powerpoint/2010/main" val="449054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41AE8-45C1-1BB6-A962-4C6D549ADD8C}"/>
              </a:ext>
            </a:extLst>
          </p:cNvPr>
          <p:cNvSpPr>
            <a:spLocks noGrp="1"/>
          </p:cNvSpPr>
          <p:nvPr>
            <p:ph type="title"/>
          </p:nvPr>
        </p:nvSpPr>
        <p:spPr>
          <a:xfrm>
            <a:off x="930635" y="-213458"/>
            <a:ext cx="10058400" cy="1609344"/>
          </a:xfrm>
        </p:spPr>
        <p:txBody>
          <a:bodyPr/>
          <a:lstStyle/>
          <a:p>
            <a:r>
              <a:rPr lang="en-US" dirty="0"/>
              <a:t>The display</a:t>
            </a:r>
            <a:endParaRPr lang="en-IN" dirty="0"/>
          </a:p>
        </p:txBody>
      </p:sp>
      <p:pic>
        <p:nvPicPr>
          <p:cNvPr id="4" name="Picture 3">
            <a:extLst>
              <a:ext uri="{FF2B5EF4-FFF2-40B4-BE49-F238E27FC236}">
                <a16:creationId xmlns:a16="http://schemas.microsoft.com/office/drawing/2014/main" id="{06F57354-DBAA-0947-5F66-E11ECE50A271}"/>
              </a:ext>
            </a:extLst>
          </p:cNvPr>
          <p:cNvPicPr>
            <a:picLocks noChangeAspect="1"/>
          </p:cNvPicPr>
          <p:nvPr/>
        </p:nvPicPr>
        <p:blipFill>
          <a:blip r:embed="rId2"/>
          <a:stretch>
            <a:fillRect/>
          </a:stretch>
        </p:blipFill>
        <p:spPr>
          <a:xfrm>
            <a:off x="832313" y="1047623"/>
            <a:ext cx="8196676" cy="3731266"/>
          </a:xfrm>
          <a:prstGeom prst="rect">
            <a:avLst/>
          </a:prstGeom>
        </p:spPr>
      </p:pic>
      <p:sp>
        <p:nvSpPr>
          <p:cNvPr id="10" name="TextBox 9">
            <a:extLst>
              <a:ext uri="{FF2B5EF4-FFF2-40B4-BE49-F238E27FC236}">
                <a16:creationId xmlns:a16="http://schemas.microsoft.com/office/drawing/2014/main" id="{74A235FC-74A0-4031-46CC-BAE2BAA625E1}"/>
              </a:ext>
            </a:extLst>
          </p:cNvPr>
          <p:cNvSpPr txBox="1"/>
          <p:nvPr/>
        </p:nvSpPr>
        <p:spPr>
          <a:xfrm>
            <a:off x="930635" y="4934063"/>
            <a:ext cx="9501391" cy="2031325"/>
          </a:xfrm>
          <a:prstGeom prst="rect">
            <a:avLst/>
          </a:prstGeom>
          <a:noFill/>
        </p:spPr>
        <p:txBody>
          <a:bodyPr wrap="square" rtlCol="0">
            <a:spAutoFit/>
          </a:bodyPr>
          <a:lstStyle/>
          <a:p>
            <a:r>
              <a:rPr lang="en-US" dirty="0"/>
              <a:t>Here, we loop through the 4 roads.</a:t>
            </a:r>
          </a:p>
          <a:p>
            <a:endParaRPr lang="en-US" dirty="0"/>
          </a:p>
          <a:p>
            <a:r>
              <a:rPr lang="en-US" dirty="0"/>
              <a:t>The selected road prints </a:t>
            </a:r>
            <a:r>
              <a:rPr lang="en-US" b="1" dirty="0"/>
              <a:t>GREEN</a:t>
            </a:r>
            <a:r>
              <a:rPr lang="en-US" dirty="0"/>
              <a:t> along with the time.</a:t>
            </a:r>
          </a:p>
          <a:p>
            <a:r>
              <a:rPr lang="en-US" dirty="0"/>
              <a:t>The other roads print </a:t>
            </a:r>
            <a:r>
              <a:rPr lang="en-US" b="1" dirty="0"/>
              <a:t>RED</a:t>
            </a:r>
            <a:r>
              <a:rPr lang="en-US" dirty="0"/>
              <a:t>.</a:t>
            </a:r>
          </a:p>
          <a:p>
            <a:endParaRPr lang="en-US" dirty="0"/>
          </a:p>
          <a:p>
            <a:r>
              <a:rPr lang="en-US" dirty="0"/>
              <a:t>Then we display the formatted output table.</a:t>
            </a:r>
          </a:p>
          <a:p>
            <a:endParaRPr lang="en-IN" dirty="0"/>
          </a:p>
        </p:txBody>
      </p:sp>
    </p:spTree>
    <p:extLst>
      <p:ext uri="{BB962C8B-B14F-4D97-AF65-F5344CB8AC3E}">
        <p14:creationId xmlns:p14="http://schemas.microsoft.com/office/powerpoint/2010/main" val="2772739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A1B89-117D-456B-A1EB-CDF86594FC66}"/>
              </a:ext>
            </a:extLst>
          </p:cNvPr>
          <p:cNvSpPr>
            <a:spLocks noGrp="1"/>
          </p:cNvSpPr>
          <p:nvPr>
            <p:ph type="title"/>
          </p:nvPr>
        </p:nvSpPr>
        <p:spPr>
          <a:xfrm>
            <a:off x="1066800" y="307652"/>
            <a:ext cx="10058400" cy="1609344"/>
          </a:xfrm>
        </p:spPr>
        <p:txBody>
          <a:bodyPr/>
          <a:lstStyle/>
          <a:p>
            <a:r>
              <a:rPr lang="en-IN" dirty="0"/>
              <a:t>Conclusion &amp; Future Scope</a:t>
            </a:r>
            <a:endParaRPr lang="en-IN" b="1" dirty="0"/>
          </a:p>
        </p:txBody>
      </p:sp>
      <p:graphicFrame>
        <p:nvGraphicFramePr>
          <p:cNvPr id="3" name="Table 2">
            <a:extLst>
              <a:ext uri="{FF2B5EF4-FFF2-40B4-BE49-F238E27FC236}">
                <a16:creationId xmlns:a16="http://schemas.microsoft.com/office/drawing/2014/main" id="{8CAF72FA-CD2E-BEEC-A543-29AF0534F799}"/>
              </a:ext>
            </a:extLst>
          </p:cNvPr>
          <p:cNvGraphicFramePr>
            <a:graphicFrameLocks noGrp="1"/>
          </p:cNvGraphicFramePr>
          <p:nvPr>
            <p:extLst>
              <p:ext uri="{D42A27DB-BD31-4B8C-83A1-F6EECF244321}">
                <p14:modId xmlns:p14="http://schemas.microsoft.com/office/powerpoint/2010/main" val="2953317659"/>
              </p:ext>
            </p:extLst>
          </p:nvPr>
        </p:nvGraphicFramePr>
        <p:xfrm>
          <a:off x="1145458" y="1817139"/>
          <a:ext cx="9412748" cy="3714587"/>
        </p:xfrm>
        <a:graphic>
          <a:graphicData uri="http://schemas.openxmlformats.org/drawingml/2006/table">
            <a:tbl>
              <a:tblPr firstRow="1" bandRow="1">
                <a:tableStyleId>{5C22544A-7EE6-4342-B048-85BDC9FD1C3A}</a:tableStyleId>
              </a:tblPr>
              <a:tblGrid>
                <a:gridCol w="4706374">
                  <a:extLst>
                    <a:ext uri="{9D8B030D-6E8A-4147-A177-3AD203B41FA5}">
                      <a16:colId xmlns:a16="http://schemas.microsoft.com/office/drawing/2014/main" val="1102069320"/>
                    </a:ext>
                  </a:extLst>
                </a:gridCol>
                <a:gridCol w="4706374">
                  <a:extLst>
                    <a:ext uri="{9D8B030D-6E8A-4147-A177-3AD203B41FA5}">
                      <a16:colId xmlns:a16="http://schemas.microsoft.com/office/drawing/2014/main" val="2234279152"/>
                    </a:ext>
                  </a:extLst>
                </a:gridCol>
              </a:tblGrid>
              <a:tr h="879947">
                <a:tc>
                  <a:txBody>
                    <a:bodyPr/>
                    <a:lstStyle/>
                    <a:p>
                      <a:pPr algn="ctr"/>
                      <a:endParaRPr lang="en-US" dirty="0"/>
                    </a:p>
                    <a:p>
                      <a:pPr algn="ctr"/>
                      <a:r>
                        <a:rPr lang="en-US" dirty="0"/>
                        <a:t>CONCLUSION</a:t>
                      </a:r>
                      <a:endParaRPr lang="en-IN" dirty="0"/>
                    </a:p>
                  </a:txBody>
                  <a:tcPr/>
                </a:tc>
                <a:tc>
                  <a:txBody>
                    <a:bodyPr/>
                    <a:lstStyle/>
                    <a:p>
                      <a:pPr algn="ctr"/>
                      <a:endParaRPr lang="en-US"/>
                    </a:p>
                    <a:p>
                      <a:pPr algn="ctr"/>
                      <a:r>
                        <a:rPr lang="en-US"/>
                        <a:t>FUTURE SCOPE</a:t>
                      </a:r>
                      <a:endParaRPr lang="en-IN" dirty="0"/>
                    </a:p>
                  </a:txBody>
                  <a:tcPr/>
                </a:tc>
                <a:extLst>
                  <a:ext uri="{0D108BD9-81ED-4DB2-BD59-A6C34878D82A}">
                    <a16:rowId xmlns:a16="http://schemas.microsoft.com/office/drawing/2014/main" val="1366838071"/>
                  </a:ext>
                </a:extLst>
              </a:tr>
              <a:tr h="2345328">
                <a:tc>
                  <a:txBody>
                    <a:bodyPr/>
                    <a:lstStyle/>
                    <a:p>
                      <a:pPr marL="0" indent="0">
                        <a:buFont typeface="Wingdings" panose="05000000000000000000" pitchFamily="2" charset="2"/>
                        <a:buNone/>
                      </a:pPr>
                      <a:r>
                        <a:rPr lang="en-US" dirty="0"/>
                        <a:t>In this project, we successfully developed a Smart Traffic Signal System simulation using C programming. The system intelligently determines which road should receive the green signal based on two main factors: emergency priority and traffic density.</a:t>
                      </a:r>
                      <a:endParaRPr lang="en-IN" dirty="0"/>
                    </a:p>
                  </a:txBody>
                  <a:tcPr/>
                </a:tc>
                <a:tc>
                  <a:txBody>
                    <a:bodyPr/>
                    <a:lstStyle/>
                    <a:p>
                      <a:pPr marL="285750" indent="-285750">
                        <a:buFont typeface="Wingdings" panose="05000000000000000000" pitchFamily="2" charset="2"/>
                        <a:buChar char="§"/>
                      </a:pPr>
                      <a:r>
                        <a:rPr lang="en-US" dirty="0"/>
                        <a:t>Integration with real-time traffic sensors.</a:t>
                      </a:r>
                    </a:p>
                    <a:p>
                      <a:pPr marL="285750" indent="-285750">
                        <a:buFont typeface="Wingdings" panose="05000000000000000000" pitchFamily="2" charset="2"/>
                        <a:buChar char="§"/>
                      </a:pPr>
                      <a:r>
                        <a:rPr lang="en-US" dirty="0"/>
                        <a:t>AI-based prediction of traffic patterns.</a:t>
                      </a:r>
                    </a:p>
                    <a:p>
                      <a:pPr marL="285750" indent="-285750">
                        <a:buFont typeface="Wingdings" panose="05000000000000000000" pitchFamily="2" charset="2"/>
                        <a:buChar char="§"/>
                      </a:pPr>
                      <a:r>
                        <a:rPr lang="en-US" dirty="0"/>
                        <a:t>Integration with smart city infrastructure.</a:t>
                      </a:r>
                    </a:p>
                    <a:p>
                      <a:pPr marL="285750" indent="-285750">
                        <a:buFont typeface="Wingdings" panose="05000000000000000000" pitchFamily="2" charset="2"/>
                        <a:buChar char="§"/>
                      </a:pPr>
                      <a:r>
                        <a:rPr lang="en-US" dirty="0"/>
                        <a:t>Adding pedestrian crossing management.</a:t>
                      </a:r>
                    </a:p>
                    <a:p>
                      <a:pPr marL="285750" indent="-285750">
                        <a:buFont typeface="Wingdings" panose="05000000000000000000" pitchFamily="2" charset="2"/>
                        <a:buChar char="§"/>
                      </a:pPr>
                      <a:r>
                        <a:rPr lang="en-US" dirty="0"/>
                        <a:t>Using cameras for vehicle detection instead of manual input.</a:t>
                      </a:r>
                    </a:p>
                    <a:p>
                      <a:pPr marL="285750" indent="-285750">
                        <a:buFont typeface="Wingdings" panose="05000000000000000000" pitchFamily="2" charset="2"/>
                        <a:buChar char="§"/>
                      </a:pPr>
                      <a:endParaRPr lang="en-IN" dirty="0"/>
                    </a:p>
                  </a:txBody>
                  <a:tcPr/>
                </a:tc>
                <a:extLst>
                  <a:ext uri="{0D108BD9-81ED-4DB2-BD59-A6C34878D82A}">
                    <a16:rowId xmlns:a16="http://schemas.microsoft.com/office/drawing/2014/main" val="1090540856"/>
                  </a:ext>
                </a:extLst>
              </a:tr>
            </a:tbl>
          </a:graphicData>
        </a:graphic>
      </p:graphicFrame>
    </p:spTree>
    <p:extLst>
      <p:ext uri="{BB962C8B-B14F-4D97-AF65-F5344CB8AC3E}">
        <p14:creationId xmlns:p14="http://schemas.microsoft.com/office/powerpoint/2010/main" val="2354997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B4563-26FF-ABDC-BAE8-88905FC4F49F}"/>
              </a:ext>
            </a:extLst>
          </p:cNvPr>
          <p:cNvSpPr>
            <a:spLocks noGrp="1"/>
          </p:cNvSpPr>
          <p:nvPr>
            <p:ph type="title"/>
          </p:nvPr>
        </p:nvSpPr>
        <p:spPr>
          <a:xfrm>
            <a:off x="1066800" y="2451083"/>
            <a:ext cx="10058400" cy="1609344"/>
          </a:xfrm>
        </p:spPr>
        <p:txBody>
          <a:bodyPr>
            <a:normAutofit/>
          </a:bodyPr>
          <a:lstStyle/>
          <a:p>
            <a:pPr algn="ctr"/>
            <a:r>
              <a:rPr lang="en-US" sz="8000" b="1" dirty="0"/>
              <a:t>THANK YOU</a:t>
            </a:r>
            <a:endParaRPr lang="en-IN" sz="8000" b="1" dirty="0"/>
          </a:p>
        </p:txBody>
      </p:sp>
    </p:spTree>
    <p:extLst>
      <p:ext uri="{BB962C8B-B14F-4D97-AF65-F5344CB8AC3E}">
        <p14:creationId xmlns:p14="http://schemas.microsoft.com/office/powerpoint/2010/main" val="3778382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248</TotalTime>
  <Words>690</Words>
  <Application>Microsoft Office PowerPoint</Application>
  <PresentationFormat>Widescreen</PresentationFormat>
  <Paragraphs>100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Rockwell</vt:lpstr>
      <vt:lpstr>Rockwell Condensed</vt:lpstr>
      <vt:lpstr>Wingdings</vt:lpstr>
      <vt:lpstr>Wood Type</vt:lpstr>
      <vt:lpstr>Smart Traffic Signal Simulator</vt:lpstr>
      <vt:lpstr>INTRODUCTION AND TECHNOLOGIES USED</vt:lpstr>
      <vt:lpstr>ProBlem statement and objectives</vt:lpstr>
      <vt:lpstr>PowerPoint Presentation</vt:lpstr>
      <vt:lpstr>Structure used</vt:lpstr>
      <vt:lpstr>Main Function &amp; Road Initialization</vt:lpstr>
      <vt:lpstr>Taking input for vehicle count</vt:lpstr>
      <vt:lpstr>Green Signal Logic (Core Logic)</vt:lpstr>
      <vt:lpstr>Time Allocation Logic</vt:lpstr>
      <vt:lpstr>The display</vt:lpstr>
      <vt:lpstr>Conclusion &amp;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Niharika Singh</dc:creator>
  <cp:lastModifiedBy>Niharika Singh</cp:lastModifiedBy>
  <cp:revision>1</cp:revision>
  <dcterms:created xsi:type="dcterms:W3CDTF">2026-02-18T13:20:43Z</dcterms:created>
  <dcterms:modified xsi:type="dcterms:W3CDTF">2026-02-18T18:16:26Z</dcterms:modified>
</cp:coreProperties>
</file>